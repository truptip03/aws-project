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4" r:id="rId4"/>
  </p:sldMasterIdLst>
  <p:notesMasterIdLst>
    <p:notesMasterId r:id="rId24"/>
  </p:notesMasterIdLst>
  <p:handoutMasterIdLst>
    <p:handoutMasterId r:id="rId25"/>
  </p:handoutMasterIdLst>
  <p:sldIdLst>
    <p:sldId id="328" r:id="rId5"/>
    <p:sldId id="257" r:id="rId6"/>
    <p:sldId id="322" r:id="rId7"/>
    <p:sldId id="323" r:id="rId8"/>
    <p:sldId id="330" r:id="rId9"/>
    <p:sldId id="324" r:id="rId10"/>
    <p:sldId id="325" r:id="rId11"/>
    <p:sldId id="326" r:id="rId12"/>
    <p:sldId id="327" r:id="rId13"/>
    <p:sldId id="329" r:id="rId14"/>
    <p:sldId id="334" r:id="rId15"/>
    <p:sldId id="331" r:id="rId16"/>
    <p:sldId id="332" r:id="rId17"/>
    <p:sldId id="333" r:id="rId18"/>
    <p:sldId id="335" r:id="rId19"/>
    <p:sldId id="336" r:id="rId20"/>
    <p:sldId id="337" r:id="rId21"/>
    <p:sldId id="338" r:id="rId22"/>
    <p:sldId id="26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598D"/>
    <a:srgbClr val="646C92"/>
    <a:srgbClr val="5A6B76"/>
    <a:srgbClr val="5A6E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505E3EF-67EA-436B-97B2-0124C06EBD2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660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-4464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149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uraniktrupti8@gmail.com" userId="4739fee3c59f30c5" providerId="LiveId" clId="{70D3FA5E-65DA-4712-948C-0E00483192B7}"/>
    <pc:docChg chg="modSld">
      <pc:chgData name="puraniktrupti8@gmail.com" userId="4739fee3c59f30c5" providerId="LiveId" clId="{70D3FA5E-65DA-4712-948C-0E00483192B7}" dt="2025-11-01T07:20:56.453" v="3" actId="1036"/>
      <pc:docMkLst>
        <pc:docMk/>
      </pc:docMkLst>
      <pc:sldChg chg="modSp mod">
        <pc:chgData name="puraniktrupti8@gmail.com" userId="4739fee3c59f30c5" providerId="LiveId" clId="{70D3FA5E-65DA-4712-948C-0E00483192B7}" dt="2025-11-01T07:20:56.453" v="3" actId="1036"/>
        <pc:sldMkLst>
          <pc:docMk/>
          <pc:sldMk cId="3436567607" sldId="331"/>
        </pc:sldMkLst>
        <pc:picChg chg="mod">
          <ac:chgData name="puraniktrupti8@gmail.com" userId="4739fee3c59f30c5" providerId="LiveId" clId="{70D3FA5E-65DA-4712-948C-0E00483192B7}" dt="2025-11-01T07:20:56.453" v="3" actId="1036"/>
          <ac:picMkLst>
            <pc:docMk/>
            <pc:sldMk cId="3436567607" sldId="331"/>
            <ac:picMk id="12" creationId="{4DCB6FCA-4228-EDD2-A392-6A77ABEE2C67}"/>
          </ac:picMkLst>
        </pc:picChg>
      </pc:sldChg>
      <pc:sldChg chg="modSp mod">
        <pc:chgData name="puraniktrupti8@gmail.com" userId="4739fee3c59f30c5" providerId="LiveId" clId="{70D3FA5E-65DA-4712-948C-0E00483192B7}" dt="2025-11-01T07:18:43.356" v="1" actId="1036"/>
        <pc:sldMkLst>
          <pc:docMk/>
          <pc:sldMk cId="3907484208" sldId="334"/>
        </pc:sldMkLst>
        <pc:picChg chg="mod">
          <ac:chgData name="puraniktrupti8@gmail.com" userId="4739fee3c59f30c5" providerId="LiveId" clId="{70D3FA5E-65DA-4712-948C-0E00483192B7}" dt="2025-11-01T07:18:43.356" v="1" actId="1036"/>
          <ac:picMkLst>
            <pc:docMk/>
            <pc:sldMk cId="3907484208" sldId="334"/>
            <ac:picMk id="5" creationId="{92D67C2D-BF84-4076-6D31-52A9F4B1C405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FE52182-8ED2-2CD9-1769-D9951A9939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873A34-C368-6B6E-8816-ABC664A857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FBC06-9676-42B7-A8B4-279236EF9829}" type="datetimeFigureOut">
              <a:rPr lang="en-US" smtClean="0"/>
              <a:t>11/1/2025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55158-3742-8894-B074-C872916FE8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6B5579-9D25-81D6-8171-2F8C3F5377E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B3735C-CF2D-4272-874B-84D65FE3CA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658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63451-F71A-45EA-8B10-04A09C28CC19}" type="datetimeFigureOut">
              <a:rPr lang="en-US" smtClean="0"/>
              <a:t>11/1/2025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8B270D-091D-4ED2-8C85-0898DD7D9F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118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165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332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200" y="1096965"/>
            <a:ext cx="7977600" cy="20856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CA85-BF38-4762-934C-D00F2047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CA3C9-6579-49D9-A5FD-20231FB4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94FE-6287-4D49-B0E5-FE9A9BA7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85251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44943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045040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52712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23027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7004688-7200-27A0-AED2-FDEA0C50E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53976" y="457964"/>
            <a:ext cx="6009066" cy="5914582"/>
            <a:chOff x="6153976" y="457964"/>
            <a:chExt cx="6009066" cy="591458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962AE0E-CD08-E4A3-B4FB-58E3FB609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012621" y="2980002"/>
              <a:ext cx="317159" cy="932400"/>
              <a:chOff x="6376988" y="280988"/>
              <a:chExt cx="633413" cy="1862138"/>
            </a:xfrm>
          </p:grpSpPr>
          <p:sp>
            <p:nvSpPr>
              <p:cNvPr id="86" name="Freeform 68">
                <a:extLst>
                  <a:ext uri="{FF2B5EF4-FFF2-40B4-BE49-F238E27FC236}">
                    <a16:creationId xmlns:a16="http://schemas.microsoft.com/office/drawing/2014/main" id="{942343E8-72A7-5457-2C99-D033A36FF0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376988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7" name="Freeform 69">
                <a:extLst>
                  <a:ext uri="{FF2B5EF4-FFF2-40B4-BE49-F238E27FC236}">
                    <a16:creationId xmlns:a16="http://schemas.microsoft.com/office/drawing/2014/main" id="{1C19E638-91EB-75DC-9458-EA0229C044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6076" y="280988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8" name="Line 70">
                <a:extLst>
                  <a:ext uri="{FF2B5EF4-FFF2-40B4-BE49-F238E27FC236}">
                    <a16:creationId xmlns:a16="http://schemas.microsoft.com/office/drawing/2014/main" id="{6E02EB3D-A45E-B4B7-9E49-65E6921C6D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696076" y="280988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6ED0F2C-33C6-33F8-D25A-653073FA8F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324466" y="457964"/>
              <a:ext cx="3838576" cy="5838297"/>
              <a:chOff x="8324466" y="457964"/>
              <a:chExt cx="3838576" cy="5838297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76C992DF-7C76-80E6-220E-5545B437E8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1532E4B2-6FAE-2363-8842-E08A265B0F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64" name="Freeform 64">
                  <a:extLst>
                    <a:ext uri="{FF2B5EF4-FFF2-40B4-BE49-F238E27FC236}">
                      <a16:creationId xmlns:a16="http://schemas.microsoft.com/office/drawing/2014/main" id="{D7AE19E9-E19F-29AF-639C-44EB5FB5E3E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5" name="Freeform 81">
                  <a:extLst>
                    <a:ext uri="{FF2B5EF4-FFF2-40B4-BE49-F238E27FC236}">
                      <a16:creationId xmlns:a16="http://schemas.microsoft.com/office/drawing/2014/main" id="{FC6B75DA-401A-8C4D-421A-4A0230030C8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6" name="Freeform 61">
                  <a:extLst>
                    <a:ext uri="{FF2B5EF4-FFF2-40B4-BE49-F238E27FC236}">
                      <a16:creationId xmlns:a16="http://schemas.microsoft.com/office/drawing/2014/main" id="{83B7B7D8-FAE1-EF25-3177-C597CA28552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7" name="Freeform 78">
                  <a:extLst>
                    <a:ext uri="{FF2B5EF4-FFF2-40B4-BE49-F238E27FC236}">
                      <a16:creationId xmlns:a16="http://schemas.microsoft.com/office/drawing/2014/main" id="{D8189C2B-39BF-F3AD-761F-3EC5A413936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8" name="Freeform 84">
                  <a:extLst>
                    <a:ext uri="{FF2B5EF4-FFF2-40B4-BE49-F238E27FC236}">
                      <a16:creationId xmlns:a16="http://schemas.microsoft.com/office/drawing/2014/main" id="{9B3C11E0-E220-6347-106F-7361EEF4B71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9" name="Freeform 87">
                  <a:extLst>
                    <a:ext uri="{FF2B5EF4-FFF2-40B4-BE49-F238E27FC236}">
                      <a16:creationId xmlns:a16="http://schemas.microsoft.com/office/drawing/2014/main" id="{79AAD932-DEE5-826A-1B8E-BF1B2B2BB3D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0" name="Freeform 60">
                  <a:extLst>
                    <a:ext uri="{FF2B5EF4-FFF2-40B4-BE49-F238E27FC236}">
                      <a16:creationId xmlns:a16="http://schemas.microsoft.com/office/drawing/2014/main" id="{A9BA9C23-F16A-423E-DB70-2BBBE58B0C8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1" name="Freeform 59">
                  <a:extLst>
                    <a:ext uri="{FF2B5EF4-FFF2-40B4-BE49-F238E27FC236}">
                      <a16:creationId xmlns:a16="http://schemas.microsoft.com/office/drawing/2014/main" id="{237FA726-DD02-A25D-C698-4FB16B377C4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2" name="Freeform 62">
                  <a:extLst>
                    <a:ext uri="{FF2B5EF4-FFF2-40B4-BE49-F238E27FC236}">
                      <a16:creationId xmlns:a16="http://schemas.microsoft.com/office/drawing/2014/main" id="{A0991B4B-EDB7-1AEE-679D-75A7958333D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3" name="Freeform 65">
                  <a:extLst>
                    <a:ext uri="{FF2B5EF4-FFF2-40B4-BE49-F238E27FC236}">
                      <a16:creationId xmlns:a16="http://schemas.microsoft.com/office/drawing/2014/main" id="{198D13E0-51CA-CC43-BFAD-752CD4E5ED2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4" name="Freeform 79">
                  <a:extLst>
                    <a:ext uri="{FF2B5EF4-FFF2-40B4-BE49-F238E27FC236}">
                      <a16:creationId xmlns:a16="http://schemas.microsoft.com/office/drawing/2014/main" id="{979DDC47-298E-AFD7-CE86-9F24018FCB5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5" name="Freeform 82">
                  <a:extLst>
                    <a:ext uri="{FF2B5EF4-FFF2-40B4-BE49-F238E27FC236}">
                      <a16:creationId xmlns:a16="http://schemas.microsoft.com/office/drawing/2014/main" id="{FDF6497C-C9D8-77C1-9EC1-AA3DC693FD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6" name="Freeform 85">
                  <a:extLst>
                    <a:ext uri="{FF2B5EF4-FFF2-40B4-BE49-F238E27FC236}">
                      <a16:creationId xmlns:a16="http://schemas.microsoft.com/office/drawing/2014/main" id="{F94954A5-B504-9802-E8A3-D92A434B215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7" name="Freeform 88">
                  <a:extLst>
                    <a:ext uri="{FF2B5EF4-FFF2-40B4-BE49-F238E27FC236}">
                      <a16:creationId xmlns:a16="http://schemas.microsoft.com/office/drawing/2014/main" id="{26CA4C70-E5AD-FFC4-4F64-9029A88E16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C2F66C97-233E-069E-842E-FC7DD613F3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79" name="Line 63">
                    <a:extLst>
                      <a:ext uri="{FF2B5EF4-FFF2-40B4-BE49-F238E27FC236}">
                        <a16:creationId xmlns:a16="http://schemas.microsoft.com/office/drawing/2014/main" id="{AA0F3696-6B0D-543A-4D40-8B145249CBF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0" name="Line 66">
                    <a:extLst>
                      <a:ext uri="{FF2B5EF4-FFF2-40B4-BE49-F238E27FC236}">
                        <a16:creationId xmlns:a16="http://schemas.microsoft.com/office/drawing/2014/main" id="{29D21825-8498-CADF-8EB5-D08C5C4348E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1" name="Line 67">
                    <a:extLst>
                      <a:ext uri="{FF2B5EF4-FFF2-40B4-BE49-F238E27FC236}">
                        <a16:creationId xmlns:a16="http://schemas.microsoft.com/office/drawing/2014/main" id="{D1EBC7BA-66A7-56E5-19F7-65B9A2BE6EB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2" name="Line 80">
                    <a:extLst>
                      <a:ext uri="{FF2B5EF4-FFF2-40B4-BE49-F238E27FC236}">
                        <a16:creationId xmlns:a16="http://schemas.microsoft.com/office/drawing/2014/main" id="{41A6EA28-930F-EBBA-43EE-6CB627294AC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3" name="Line 83">
                    <a:extLst>
                      <a:ext uri="{FF2B5EF4-FFF2-40B4-BE49-F238E27FC236}">
                        <a16:creationId xmlns:a16="http://schemas.microsoft.com/office/drawing/2014/main" id="{5297B34D-B81D-6350-4194-484D7EC282F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4" name="Line 86">
                    <a:extLst>
                      <a:ext uri="{FF2B5EF4-FFF2-40B4-BE49-F238E27FC236}">
                        <a16:creationId xmlns:a16="http://schemas.microsoft.com/office/drawing/2014/main" id="{DD7C599E-910F-8D88-3AA0-B24C9A79E13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5" name="Line 89">
                    <a:extLst>
                      <a:ext uri="{FF2B5EF4-FFF2-40B4-BE49-F238E27FC236}">
                        <a16:creationId xmlns:a16="http://schemas.microsoft.com/office/drawing/2014/main" id="{E663B789-16D2-7968-1AB9-E036E4D4285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EBE4D28C-9D5D-2CDF-4E98-5D046F140C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19D439ED-096C-BC38-ECCB-78B2B5178F8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E820AB2-DB7A-A79D-FAE4-35AC3D677C8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C88E5C4B-5B7B-FDA4-A576-7854A9D1598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2" name="Rectangle 30">
                    <a:extLst>
                      <a:ext uri="{FF2B5EF4-FFF2-40B4-BE49-F238E27FC236}">
                        <a16:creationId xmlns:a16="http://schemas.microsoft.com/office/drawing/2014/main" id="{E3C02BC9-4E4F-3743-8563-808D6A0B437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3" name="Rectangle 30">
                    <a:extLst>
                      <a:ext uri="{FF2B5EF4-FFF2-40B4-BE49-F238E27FC236}">
                        <a16:creationId xmlns:a16="http://schemas.microsoft.com/office/drawing/2014/main" id="{D0EF96EA-252F-062A-E566-42ABC6B9036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58DCE928-965C-EA85-F5C1-24E19E45854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B5B70EF0-D01D-E5DD-0234-6B93EE439E1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CA0351E2-397A-7FC9-6BE5-A3018AAB2BD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9EE4DD70-FCD0-DFFE-52A6-0DE9BC2331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1466F87F-6F35-E28C-1556-6383A82F7F8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54" name="Freeform 68">
                    <a:extLst>
                      <a:ext uri="{FF2B5EF4-FFF2-40B4-BE49-F238E27FC236}">
                        <a16:creationId xmlns:a16="http://schemas.microsoft.com/office/drawing/2014/main" id="{D4FD8A8E-2B46-F940-BD0E-086FCF76665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55" name="Freeform 69">
                    <a:extLst>
                      <a:ext uri="{FF2B5EF4-FFF2-40B4-BE49-F238E27FC236}">
                        <a16:creationId xmlns:a16="http://schemas.microsoft.com/office/drawing/2014/main" id="{7532BE26-5B7C-EE9E-4191-8A54CDBBD66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53" name="Line 70">
                  <a:extLst>
                    <a:ext uri="{FF2B5EF4-FFF2-40B4-BE49-F238E27FC236}">
                      <a16:creationId xmlns:a16="http://schemas.microsoft.com/office/drawing/2014/main" id="{BFC8ECE6-D59A-9EE4-CB81-D6162F00D8E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080BC2-EE72-5D70-6666-DEBC49165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6153976" y="534249"/>
              <a:ext cx="3838576" cy="5838297"/>
              <a:chOff x="8324466" y="457964"/>
              <a:chExt cx="3838576" cy="5838297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93AA0A3-2A8A-2332-F348-F88D6E1F3B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54355255-9D4E-147B-DA9E-4FFB14E7C1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26" name="Freeform 64">
                  <a:extLst>
                    <a:ext uri="{FF2B5EF4-FFF2-40B4-BE49-F238E27FC236}">
                      <a16:creationId xmlns:a16="http://schemas.microsoft.com/office/drawing/2014/main" id="{0C229BCD-A083-BC81-2151-41E4947E04A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7" name="Freeform 81">
                  <a:extLst>
                    <a:ext uri="{FF2B5EF4-FFF2-40B4-BE49-F238E27FC236}">
                      <a16:creationId xmlns:a16="http://schemas.microsoft.com/office/drawing/2014/main" id="{F138DCEE-5B8D-D5E5-54B6-6B0BA01F6ED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Freeform 61">
                  <a:extLst>
                    <a:ext uri="{FF2B5EF4-FFF2-40B4-BE49-F238E27FC236}">
                      <a16:creationId xmlns:a16="http://schemas.microsoft.com/office/drawing/2014/main" id="{F00BD61F-0747-E748-6BFB-CB875F4942D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" name="Freeform 78">
                  <a:extLst>
                    <a:ext uri="{FF2B5EF4-FFF2-40B4-BE49-F238E27FC236}">
                      <a16:creationId xmlns:a16="http://schemas.microsoft.com/office/drawing/2014/main" id="{07C45B1B-92EA-5E82-24D1-931DB8AF99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0" name="Freeform 84">
                  <a:extLst>
                    <a:ext uri="{FF2B5EF4-FFF2-40B4-BE49-F238E27FC236}">
                      <a16:creationId xmlns:a16="http://schemas.microsoft.com/office/drawing/2014/main" id="{F11B1265-0119-731D-E758-7C0BAFE4B5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1" name="Freeform 87">
                  <a:extLst>
                    <a:ext uri="{FF2B5EF4-FFF2-40B4-BE49-F238E27FC236}">
                      <a16:creationId xmlns:a16="http://schemas.microsoft.com/office/drawing/2014/main" id="{35056C9E-95B1-E743-9A73-5A39803B74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2" name="Freeform 60">
                  <a:extLst>
                    <a:ext uri="{FF2B5EF4-FFF2-40B4-BE49-F238E27FC236}">
                      <a16:creationId xmlns:a16="http://schemas.microsoft.com/office/drawing/2014/main" id="{873B7450-9F65-5384-2976-127FD87757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3" name="Freeform 59">
                  <a:extLst>
                    <a:ext uri="{FF2B5EF4-FFF2-40B4-BE49-F238E27FC236}">
                      <a16:creationId xmlns:a16="http://schemas.microsoft.com/office/drawing/2014/main" id="{93FE1A96-9FB8-DD4B-5EB8-26A91007B6E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4" name="Freeform 62">
                  <a:extLst>
                    <a:ext uri="{FF2B5EF4-FFF2-40B4-BE49-F238E27FC236}">
                      <a16:creationId xmlns:a16="http://schemas.microsoft.com/office/drawing/2014/main" id="{07C997E7-D2EC-2533-34E1-ADA752DD0A5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5" name="Freeform 65">
                  <a:extLst>
                    <a:ext uri="{FF2B5EF4-FFF2-40B4-BE49-F238E27FC236}">
                      <a16:creationId xmlns:a16="http://schemas.microsoft.com/office/drawing/2014/main" id="{CDFD69D0-D4F6-6990-4E0A-C6FEB0CE49B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6" name="Freeform 79">
                  <a:extLst>
                    <a:ext uri="{FF2B5EF4-FFF2-40B4-BE49-F238E27FC236}">
                      <a16:creationId xmlns:a16="http://schemas.microsoft.com/office/drawing/2014/main" id="{825CB36E-9726-A54C-5717-F6A428FED5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7" name="Freeform 82">
                  <a:extLst>
                    <a:ext uri="{FF2B5EF4-FFF2-40B4-BE49-F238E27FC236}">
                      <a16:creationId xmlns:a16="http://schemas.microsoft.com/office/drawing/2014/main" id="{F8184497-7251-D4E9-F39C-EE556E4B108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8" name="Freeform 85">
                  <a:extLst>
                    <a:ext uri="{FF2B5EF4-FFF2-40B4-BE49-F238E27FC236}">
                      <a16:creationId xmlns:a16="http://schemas.microsoft.com/office/drawing/2014/main" id="{835D68A6-6C40-806B-C58A-25B22D6BC62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9" name="Freeform 88">
                  <a:extLst>
                    <a:ext uri="{FF2B5EF4-FFF2-40B4-BE49-F238E27FC236}">
                      <a16:creationId xmlns:a16="http://schemas.microsoft.com/office/drawing/2014/main" id="{E36097E1-57E6-7188-7C0D-36C56EF55F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9C1BAB2A-BA9C-8C5A-13B8-CE9C056AE6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41" name="Line 63">
                    <a:extLst>
                      <a:ext uri="{FF2B5EF4-FFF2-40B4-BE49-F238E27FC236}">
                        <a16:creationId xmlns:a16="http://schemas.microsoft.com/office/drawing/2014/main" id="{4F8DCA4A-A0D6-514F-47BB-541F133C696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2" name="Line 66">
                    <a:extLst>
                      <a:ext uri="{FF2B5EF4-FFF2-40B4-BE49-F238E27FC236}">
                        <a16:creationId xmlns:a16="http://schemas.microsoft.com/office/drawing/2014/main" id="{0BEDD737-7AD9-32AF-DA50-AE940D883A1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3" name="Line 67">
                    <a:extLst>
                      <a:ext uri="{FF2B5EF4-FFF2-40B4-BE49-F238E27FC236}">
                        <a16:creationId xmlns:a16="http://schemas.microsoft.com/office/drawing/2014/main" id="{9361792E-BF11-44DD-3900-9EE92815F3E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4" name="Line 80">
                    <a:extLst>
                      <a:ext uri="{FF2B5EF4-FFF2-40B4-BE49-F238E27FC236}">
                        <a16:creationId xmlns:a16="http://schemas.microsoft.com/office/drawing/2014/main" id="{EF08723B-66BF-73AE-106A-58DBBBABFA3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5" name="Line 83">
                    <a:extLst>
                      <a:ext uri="{FF2B5EF4-FFF2-40B4-BE49-F238E27FC236}">
                        <a16:creationId xmlns:a16="http://schemas.microsoft.com/office/drawing/2014/main" id="{866A6C7D-739E-6ED2-8DC9-F62F9697723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6" name="Line 86">
                    <a:extLst>
                      <a:ext uri="{FF2B5EF4-FFF2-40B4-BE49-F238E27FC236}">
                        <a16:creationId xmlns:a16="http://schemas.microsoft.com/office/drawing/2014/main" id="{3CAE0274-E38E-54A4-13C4-FFD1A9DDC6C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7" name="Line 89">
                    <a:extLst>
                      <a:ext uri="{FF2B5EF4-FFF2-40B4-BE49-F238E27FC236}">
                        <a16:creationId xmlns:a16="http://schemas.microsoft.com/office/drawing/2014/main" id="{7561DEAF-B810-94D1-71BB-2116BFFFA77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323C31A5-9409-F839-90BA-3883DC5323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42742EC4-5A1C-631E-398C-F3C5A9C4A2E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D2C0A335-0DBB-9CDA-7CB6-64689BB782A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C21B6FD8-0F3F-70F9-2457-87BB8AAB793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Rectangle 30">
                    <a:extLst>
                      <a:ext uri="{FF2B5EF4-FFF2-40B4-BE49-F238E27FC236}">
                        <a16:creationId xmlns:a16="http://schemas.microsoft.com/office/drawing/2014/main" id="{44ACA065-23B9-0399-85C9-8821480A7DD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5" name="Rectangle 30">
                    <a:extLst>
                      <a:ext uri="{FF2B5EF4-FFF2-40B4-BE49-F238E27FC236}">
                        <a16:creationId xmlns:a16="http://schemas.microsoft.com/office/drawing/2014/main" id="{360F78FE-550E-F182-27C9-8D0D0411F4D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82BEC42F-0A94-4DB3-9210-90D9BA7610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4639297D-A086-3111-DE35-3ADFC63EC52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0A57F373-E650-007D-EF3A-125835724B3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3F7AA1C2-3BC9-2CC2-246C-891EEAAAAA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8095730D-9E3D-CB3A-4FF1-D9B51A162A3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" name="Freeform 68">
                    <a:extLst>
                      <a:ext uri="{FF2B5EF4-FFF2-40B4-BE49-F238E27FC236}">
                        <a16:creationId xmlns:a16="http://schemas.microsoft.com/office/drawing/2014/main" id="{0FDC9A03-E7DE-3D3E-74F8-C2990A5082F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7" name="Freeform 69">
                    <a:extLst>
                      <a:ext uri="{FF2B5EF4-FFF2-40B4-BE49-F238E27FC236}">
                        <a16:creationId xmlns:a16="http://schemas.microsoft.com/office/drawing/2014/main" id="{3B430687-A11D-CFC5-B7C6-AF9A479146F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5" name="Line 70">
                  <a:extLst>
                    <a:ext uri="{FF2B5EF4-FFF2-40B4-BE49-F238E27FC236}">
                      <a16:creationId xmlns:a16="http://schemas.microsoft.com/office/drawing/2014/main" id="{F9EEDCBB-CCC4-61BB-3480-8D21A3D2F1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900389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05187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640213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280890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83816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18446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ub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F9E50B4-1616-9029-9FC0-901DDF9BF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9680" y="0"/>
            <a:ext cx="774232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307" y="430521"/>
            <a:ext cx="3389065" cy="1847528"/>
          </a:xfrm>
        </p:spPr>
        <p:txBody>
          <a:bodyPr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3805DED-0C97-4EF7-B1E1-0E016E053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54839" y="2511829"/>
            <a:ext cx="540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4FFBCF-911F-5818-60FE-B018CA67735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30307" y="2745610"/>
            <a:ext cx="3389065" cy="3499611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5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marL="0" indent="0" algn="ctr">
              <a:buNone/>
            </a:pPr>
            <a:r>
              <a:rPr lang="en-US" dirty="0"/>
              <a:t>Click to add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F1A84F6-2D30-446A-9D91-44FBCB82567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979988" y="430521"/>
            <a:ext cx="6681704" cy="6019264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523768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7C0FA93-7C0D-4CC0-BB42-DF569688E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643" y="995760"/>
            <a:ext cx="5170860" cy="4869882"/>
          </a:xfrm>
        </p:spPr>
        <p:txBody>
          <a:bodyPr anchor="ctr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C9D32952-2D0C-4A3E-9354-E014C71789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54800" y="430213"/>
            <a:ext cx="4995863" cy="5997574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Click to add picture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6D3DA45-FD99-405B-8BF9-260DD97C0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39998" y="5634038"/>
            <a:ext cx="2216150" cy="1177924"/>
            <a:chOff x="4987925" y="2840038"/>
            <a:chExt cx="2216150" cy="117792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5C2A03C-F372-4C6D-929D-FD97AD439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8FEDBB3-0BD6-41BC-BB57-9FEC2E96C0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7D12B81D-3F14-4DA1-BECA-669824832A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14" name="Freeform 68">
                  <a:extLst>
                    <a:ext uri="{FF2B5EF4-FFF2-40B4-BE49-F238E27FC236}">
                      <a16:creationId xmlns:a16="http://schemas.microsoft.com/office/drawing/2014/main" id="{EA11E57D-88DD-4899-907A-2A5772002FE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5" name="Freeform 69">
                  <a:extLst>
                    <a:ext uri="{FF2B5EF4-FFF2-40B4-BE49-F238E27FC236}">
                      <a16:creationId xmlns:a16="http://schemas.microsoft.com/office/drawing/2014/main" id="{7A5AEE18-30A4-4777-975F-02D107A171B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6" name="Line 70">
                  <a:extLst>
                    <a:ext uri="{FF2B5EF4-FFF2-40B4-BE49-F238E27FC236}">
                      <a16:creationId xmlns:a16="http://schemas.microsoft.com/office/drawing/2014/main" id="{39EA21FB-AE36-478E-9770-CB842814390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BC45D5C4-2D3A-4F84-BED1-D9B75234B0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11" name="Freeform 68">
                  <a:extLst>
                    <a:ext uri="{FF2B5EF4-FFF2-40B4-BE49-F238E27FC236}">
                      <a16:creationId xmlns:a16="http://schemas.microsoft.com/office/drawing/2014/main" id="{259762E8-7432-4501-9FE5-92B04D37C76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" name="Freeform 69">
                  <a:extLst>
                    <a:ext uri="{FF2B5EF4-FFF2-40B4-BE49-F238E27FC236}">
                      <a16:creationId xmlns:a16="http://schemas.microsoft.com/office/drawing/2014/main" id="{FF91FD3E-0148-4B50-8906-7D9CD382A35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" name="Line 70">
                  <a:extLst>
                    <a:ext uri="{FF2B5EF4-FFF2-40B4-BE49-F238E27FC236}">
                      <a16:creationId xmlns:a16="http://schemas.microsoft.com/office/drawing/2014/main" id="{506FA1AD-488A-4FD4-A79F-4343698EA73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E79776F-EEB5-464D-19DD-92EC7B3B3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1939998" y="49440"/>
            <a:ext cx="2216150" cy="1177924"/>
            <a:chOff x="4987925" y="2840038"/>
            <a:chExt cx="2216150" cy="1177924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09A16CC-7006-C92A-F15C-618A3235A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35D8D8D-001E-352F-FE03-CC3EE1D7CF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51CE1C6F-D1A5-FD45-5120-8F87F05DCF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9" name="Freeform 68">
                  <a:extLst>
                    <a:ext uri="{FF2B5EF4-FFF2-40B4-BE49-F238E27FC236}">
                      <a16:creationId xmlns:a16="http://schemas.microsoft.com/office/drawing/2014/main" id="{FE946A41-95B9-A9F4-17ED-A0113124469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0" name="Freeform 69">
                  <a:extLst>
                    <a:ext uri="{FF2B5EF4-FFF2-40B4-BE49-F238E27FC236}">
                      <a16:creationId xmlns:a16="http://schemas.microsoft.com/office/drawing/2014/main" id="{FDFB515A-8805-F10C-2933-35BDDF1DD3E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1" name="Line 70">
                  <a:extLst>
                    <a:ext uri="{FF2B5EF4-FFF2-40B4-BE49-F238E27FC236}">
                      <a16:creationId xmlns:a16="http://schemas.microsoft.com/office/drawing/2014/main" id="{F63B17C2-189B-28FA-8876-976CC481C7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613E90FB-54AC-A2FC-9D01-C95ACC91FC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5" name="Freeform 68">
                  <a:extLst>
                    <a:ext uri="{FF2B5EF4-FFF2-40B4-BE49-F238E27FC236}">
                      <a16:creationId xmlns:a16="http://schemas.microsoft.com/office/drawing/2014/main" id="{58A6A556-AB2C-1636-63D4-9E2806E3671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7" name="Freeform 69">
                  <a:extLst>
                    <a:ext uri="{FF2B5EF4-FFF2-40B4-BE49-F238E27FC236}">
                      <a16:creationId xmlns:a16="http://schemas.microsoft.com/office/drawing/2014/main" id="{A43047F1-413F-99DB-01CC-293FC1813A5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Line 70">
                  <a:extLst>
                    <a:ext uri="{FF2B5EF4-FFF2-40B4-BE49-F238E27FC236}">
                      <a16:creationId xmlns:a16="http://schemas.microsoft.com/office/drawing/2014/main" id="{47C2B72F-C97F-770D-5F99-50DD97EB279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4726990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7D905AD-2C09-A80F-FBF0-4F45A7A148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163" y="400049"/>
            <a:ext cx="8647721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6F87AC4-493F-1EB8-D127-C21530FA824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8163" y="1997132"/>
            <a:ext cx="8652793" cy="4232218"/>
          </a:xfrm>
        </p:spPr>
        <p:txBody>
          <a:bodyPr lIns="0">
            <a:normAutofit/>
          </a:bodyPr>
          <a:lstStyle>
            <a:lvl1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1pPr>
            <a:lvl2pPr marL="64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2pPr>
            <a:lvl3pPr marL="100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3pPr>
            <a:lvl4pPr marL="136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4pPr>
            <a:lvl5pPr marL="172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5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BE6897-C551-2BCB-F552-C4B761D2C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57063" y="457964"/>
            <a:ext cx="2211229" cy="2707415"/>
            <a:chOff x="9728105" y="457964"/>
            <a:chExt cx="2211229" cy="2707415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C8215B7C-A98D-6F6C-9039-6F2AAEEFDD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940728" y="245341"/>
              <a:ext cx="1785984" cy="2211229"/>
              <a:chOff x="3125006" y="3171595"/>
              <a:chExt cx="1785984" cy="2211229"/>
            </a:xfrm>
          </p:grpSpPr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184D4E7B-7775-1603-2C3F-5C26535772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6F97B093-B348-8A25-789A-743A43E9038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0732DEA9-6233-9CDE-64C6-744FC6CD6E4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" name="Rectangle 30">
                  <a:extLst>
                    <a:ext uri="{FF2B5EF4-FFF2-40B4-BE49-F238E27FC236}">
                      <a16:creationId xmlns:a16="http://schemas.microsoft.com/office/drawing/2014/main" id="{9274C521-E533-D3E5-CE64-E3A3AEC0FE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3" name="Rectangle 30">
                  <a:extLst>
                    <a:ext uri="{FF2B5EF4-FFF2-40B4-BE49-F238E27FC236}">
                      <a16:creationId xmlns:a16="http://schemas.microsoft.com/office/drawing/2014/main" id="{2C69CF99-91AA-9E24-24AE-5A89748B46E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A35D6C12-B227-D277-0499-FA2765DB20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01FCD87F-4621-47F3-CC5C-A1A8F673324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CA7C3364-8305-C08F-4132-18DA2D39BFA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18093390-6F0E-5ED5-5DAF-40FF115489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10400269" y="1917604"/>
              <a:ext cx="633413" cy="1862138"/>
              <a:chOff x="5959193" y="333389"/>
              <a:chExt cx="633413" cy="1862138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CEAA9FA7-0165-F161-72DC-F2E001FCF3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959192" y="333389"/>
                <a:ext cx="633413" cy="1419225"/>
                <a:chOff x="5959192" y="333389"/>
                <a:chExt cx="633413" cy="1419225"/>
              </a:xfrm>
            </p:grpSpPr>
            <p:sp>
              <p:nvSpPr>
                <p:cNvPr id="54" name="Freeform 68">
                  <a:extLst>
                    <a:ext uri="{FF2B5EF4-FFF2-40B4-BE49-F238E27FC236}">
                      <a16:creationId xmlns:a16="http://schemas.microsoft.com/office/drawing/2014/main" id="{9F185D91-004D-5474-3DD0-9153A2AEA29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5" name="Freeform 69">
                  <a:extLst>
                    <a:ext uri="{FF2B5EF4-FFF2-40B4-BE49-F238E27FC236}">
                      <a16:creationId xmlns:a16="http://schemas.microsoft.com/office/drawing/2014/main" id="{D995CD54-9374-D2B3-957D-6925B750A69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53" name="Line 70">
                <a:extLst>
                  <a:ext uri="{FF2B5EF4-FFF2-40B4-BE49-F238E27FC236}">
                    <a16:creationId xmlns:a16="http://schemas.microsoft.com/office/drawing/2014/main" id="{EDCD4830-6A47-A59E-6569-B352E6D661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 userDrawn="1"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278281" y="333389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00E8D63-E827-790A-519A-B36BFBDEB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8163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A908D1ED-4589-9577-8D42-858F2E005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9740417" y="3721100"/>
            <a:ext cx="2211229" cy="2707415"/>
            <a:chOff x="9728105" y="457964"/>
            <a:chExt cx="2211229" cy="2707415"/>
          </a:xfrm>
        </p:grpSpPr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2657C24A-988F-290D-0D82-858C3E574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940728" y="245341"/>
              <a:ext cx="1785984" cy="2211229"/>
              <a:chOff x="3125006" y="3171595"/>
              <a:chExt cx="1785984" cy="2211229"/>
            </a:xfrm>
          </p:grpSpPr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3AB3F4C6-5635-3075-CCEA-4675932DD4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144" name="Straight Connector 143">
                  <a:extLst>
                    <a:ext uri="{FF2B5EF4-FFF2-40B4-BE49-F238E27FC236}">
                      <a16:creationId xmlns:a16="http://schemas.microsoft.com/office/drawing/2014/main" id="{02F5D12D-62A1-0F12-12B0-572BA5657E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>
                  <a:extLst>
                    <a:ext uri="{FF2B5EF4-FFF2-40B4-BE49-F238E27FC236}">
                      <a16:creationId xmlns:a16="http://schemas.microsoft.com/office/drawing/2014/main" id="{E47EADA3-585F-FC49-7481-AF5B4DA0939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6" name="Rectangle 30">
                  <a:extLst>
                    <a:ext uri="{FF2B5EF4-FFF2-40B4-BE49-F238E27FC236}">
                      <a16:creationId xmlns:a16="http://schemas.microsoft.com/office/drawing/2014/main" id="{DFB52899-BBD4-527C-5990-88BF84565D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7" name="Rectangle 30">
                  <a:extLst>
                    <a:ext uri="{FF2B5EF4-FFF2-40B4-BE49-F238E27FC236}">
                      <a16:creationId xmlns:a16="http://schemas.microsoft.com/office/drawing/2014/main" id="{653A3527-A6E3-89A6-71ED-9A7D8EBA4C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CD03B7A9-CD70-40B9-650E-43C78D4F16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142" name="Freeform: Shape 141">
                  <a:extLst>
                    <a:ext uri="{FF2B5EF4-FFF2-40B4-BE49-F238E27FC236}">
                      <a16:creationId xmlns:a16="http://schemas.microsoft.com/office/drawing/2014/main" id="{451CBB11-40F3-F130-BA91-6311C58CB1B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3" name="Freeform: Shape 142">
                  <a:extLst>
                    <a:ext uri="{FF2B5EF4-FFF2-40B4-BE49-F238E27FC236}">
                      <a16:creationId xmlns:a16="http://schemas.microsoft.com/office/drawing/2014/main" id="{2CCB9535-280C-59F1-2408-AFAD8D1BE2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44493786-0B0A-24D5-26A9-8E820E6AB8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10400269" y="1917604"/>
              <a:ext cx="633413" cy="1862138"/>
              <a:chOff x="5959193" y="333389"/>
              <a:chExt cx="633413" cy="1862138"/>
            </a:xfrm>
          </p:grpSpPr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F66FA07F-4726-2875-B812-6BCC5ABCC2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959192" y="333389"/>
                <a:ext cx="633413" cy="1419225"/>
                <a:chOff x="5959192" y="333389"/>
                <a:chExt cx="633413" cy="1419225"/>
              </a:xfrm>
            </p:grpSpPr>
            <p:sp>
              <p:nvSpPr>
                <p:cNvPr id="138" name="Freeform 68">
                  <a:extLst>
                    <a:ext uri="{FF2B5EF4-FFF2-40B4-BE49-F238E27FC236}">
                      <a16:creationId xmlns:a16="http://schemas.microsoft.com/office/drawing/2014/main" id="{A3457F2F-D92C-2F19-7ECB-5110F6A2BB3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9" name="Freeform 69">
                  <a:extLst>
                    <a:ext uri="{FF2B5EF4-FFF2-40B4-BE49-F238E27FC236}">
                      <a16:creationId xmlns:a16="http://schemas.microsoft.com/office/drawing/2014/main" id="{6ABA0333-6EC3-6BEF-E476-C0072364AA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137" name="Line 70">
                <a:extLst>
                  <a:ext uri="{FF2B5EF4-FFF2-40B4-BE49-F238E27FC236}">
                    <a16:creationId xmlns:a16="http://schemas.microsoft.com/office/drawing/2014/main" id="{D9E689F1-3CC0-2CE6-27B1-34AA1949B9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 userDrawn="1"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278281" y="333389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811096D-7051-CD8E-3C9B-63077216B6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3375748-D6D7-A497-C19F-581BC09345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1AC1AD6-D101-6CA6-45FC-DC48C0F32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4456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0301" y="533292"/>
            <a:ext cx="4132469" cy="2213542"/>
          </a:xfrm>
        </p:spPr>
        <p:txBody>
          <a:bodyPr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3805DED-0C97-4EF7-B1E1-0E016E053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43525" y="2980612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Group 91">
            <a:extLst>
              <a:ext uri="{FF2B5EF4-FFF2-40B4-BE49-F238E27FC236}">
                <a16:creationId xmlns:a16="http://schemas.microsoft.com/office/drawing/2014/main" id="{6CA9855B-4072-4D45-821E-549FDF548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8958" y="457964"/>
            <a:ext cx="7681842" cy="5937065"/>
            <a:chOff x="28958" y="457964"/>
            <a:chExt cx="7681842" cy="5937065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CD707C0C-4086-4F35-A8FC-A45D727AA6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8900000" flipH="1">
              <a:off x="3417239" y="1865958"/>
              <a:ext cx="1270000" cy="3384002"/>
              <a:chOff x="7920038" y="61913"/>
              <a:chExt cx="1270000" cy="3384002"/>
            </a:xfrm>
          </p:grpSpPr>
          <p:sp>
            <p:nvSpPr>
              <p:cNvPr id="195" name="Freeform 76">
                <a:extLst>
                  <a:ext uri="{FF2B5EF4-FFF2-40B4-BE49-F238E27FC236}">
                    <a16:creationId xmlns:a16="http://schemas.microsoft.com/office/drawing/2014/main" id="{3D21528F-9013-4CD7-9F7C-D3F3624881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7920038" y="61913"/>
                <a:ext cx="638175" cy="2843213"/>
              </a:xfrm>
              <a:custGeom>
                <a:avLst/>
                <a:gdLst>
                  <a:gd name="T0" fmla="*/ 0 w 134"/>
                  <a:gd name="T1" fmla="*/ 298 h 597"/>
                  <a:gd name="T2" fmla="*/ 134 w 134"/>
                  <a:gd name="T3" fmla="*/ 597 h 597"/>
                  <a:gd name="T4" fmla="*/ 134 w 134"/>
                  <a:gd name="T5" fmla="*/ 0 h 597"/>
                  <a:gd name="T6" fmla="*/ 0 w 134"/>
                  <a:gd name="T7" fmla="*/ 298 h 5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4" h="597">
                    <a:moveTo>
                      <a:pt x="0" y="298"/>
                    </a:moveTo>
                    <a:cubicBezTo>
                      <a:pt x="0" y="417"/>
                      <a:pt x="52" y="523"/>
                      <a:pt x="134" y="597"/>
                    </a:cubicBezTo>
                    <a:cubicBezTo>
                      <a:pt x="134" y="0"/>
                      <a:pt x="134" y="0"/>
                      <a:pt x="134" y="0"/>
                    </a:cubicBezTo>
                    <a:cubicBezTo>
                      <a:pt x="52" y="74"/>
                      <a:pt x="0" y="180"/>
                      <a:pt x="0" y="298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96" name="Freeform 77">
                <a:extLst>
                  <a:ext uri="{FF2B5EF4-FFF2-40B4-BE49-F238E27FC236}">
                    <a16:creationId xmlns:a16="http://schemas.microsoft.com/office/drawing/2014/main" id="{06A8F5A2-62EC-4CDC-945A-E6C50C86CA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8558213" y="61913"/>
                <a:ext cx="631825" cy="2843213"/>
              </a:xfrm>
              <a:custGeom>
                <a:avLst/>
                <a:gdLst>
                  <a:gd name="T0" fmla="*/ 0 w 133"/>
                  <a:gd name="T1" fmla="*/ 0 h 597"/>
                  <a:gd name="T2" fmla="*/ 0 w 133"/>
                  <a:gd name="T3" fmla="*/ 597 h 597"/>
                  <a:gd name="T4" fmla="*/ 133 w 133"/>
                  <a:gd name="T5" fmla="*/ 298 h 597"/>
                  <a:gd name="T6" fmla="*/ 0 w 133"/>
                  <a:gd name="T7" fmla="*/ 0 h 5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3" h="597">
                    <a:moveTo>
                      <a:pt x="0" y="0"/>
                    </a:moveTo>
                    <a:cubicBezTo>
                      <a:pt x="0" y="597"/>
                      <a:pt x="0" y="597"/>
                      <a:pt x="0" y="597"/>
                    </a:cubicBezTo>
                    <a:cubicBezTo>
                      <a:pt x="82" y="523"/>
                      <a:pt x="133" y="417"/>
                      <a:pt x="133" y="298"/>
                    </a:cubicBezTo>
                    <a:cubicBezTo>
                      <a:pt x="133" y="180"/>
                      <a:pt x="82" y="74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9625C8AA-1597-4CED-8301-18D382EF0D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7934326" y="61915"/>
                <a:ext cx="1241425" cy="3384000"/>
                <a:chOff x="7934326" y="61915"/>
                <a:chExt cx="1241425" cy="3384000"/>
              </a:xfrm>
            </p:grpSpPr>
            <p:sp>
              <p:nvSpPr>
                <p:cNvPr id="198" name="Line 90">
                  <a:extLst>
                    <a:ext uri="{FF2B5EF4-FFF2-40B4-BE49-F238E27FC236}">
                      <a16:creationId xmlns:a16="http://schemas.microsoft.com/office/drawing/2014/main" id="{5DF95B35-23E9-4724-A4F8-8ED718B5DE7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8558213" y="61915"/>
                  <a:ext cx="0" cy="3384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99" name="Freeform 91">
                  <a:extLst>
                    <a:ext uri="{FF2B5EF4-FFF2-40B4-BE49-F238E27FC236}">
                      <a16:creationId xmlns:a16="http://schemas.microsoft.com/office/drawing/2014/main" id="{26C6754B-5776-451D-95ED-62AA4D0BAEF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8181976" y="523875"/>
                  <a:ext cx="747713" cy="376238"/>
                </a:xfrm>
                <a:custGeom>
                  <a:avLst/>
                  <a:gdLst>
                    <a:gd name="T0" fmla="*/ 471 w 471"/>
                    <a:gd name="T1" fmla="*/ 0 h 237"/>
                    <a:gd name="T2" fmla="*/ 237 w 471"/>
                    <a:gd name="T3" fmla="*/ 237 h 237"/>
                    <a:gd name="T4" fmla="*/ 0 w 471"/>
                    <a:gd name="T5" fmla="*/ 0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71" h="237">
                      <a:moveTo>
                        <a:pt x="471" y="0"/>
                      </a:moveTo>
                      <a:lnTo>
                        <a:pt x="237" y="237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00" name="Freeform 92">
                  <a:extLst>
                    <a:ext uri="{FF2B5EF4-FFF2-40B4-BE49-F238E27FC236}">
                      <a16:creationId xmlns:a16="http://schemas.microsoft.com/office/drawing/2014/main" id="{A345A289-8D6C-4886-B54C-3E0D26D176E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7977188" y="1028700"/>
                  <a:ext cx="1157288" cy="581025"/>
                </a:xfrm>
                <a:custGeom>
                  <a:avLst/>
                  <a:gdLst>
                    <a:gd name="T0" fmla="*/ 729 w 729"/>
                    <a:gd name="T1" fmla="*/ 0 h 366"/>
                    <a:gd name="T2" fmla="*/ 366 w 729"/>
                    <a:gd name="T3" fmla="*/ 366 h 366"/>
                    <a:gd name="T4" fmla="*/ 0 w 729"/>
                    <a:gd name="T5" fmla="*/ 0 h 3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29" h="366">
                      <a:moveTo>
                        <a:pt x="729" y="0"/>
                      </a:moveTo>
                      <a:lnTo>
                        <a:pt x="366" y="36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01" name="Freeform 93">
                  <a:extLst>
                    <a:ext uri="{FF2B5EF4-FFF2-40B4-BE49-F238E27FC236}">
                      <a16:creationId xmlns:a16="http://schemas.microsoft.com/office/drawing/2014/main" id="{5690D981-545B-4A73-A22E-6E701024AC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7934326" y="1700213"/>
                  <a:ext cx="1241425" cy="619125"/>
                </a:xfrm>
                <a:custGeom>
                  <a:avLst/>
                  <a:gdLst>
                    <a:gd name="T0" fmla="*/ 782 w 782"/>
                    <a:gd name="T1" fmla="*/ 0 h 390"/>
                    <a:gd name="T2" fmla="*/ 393 w 782"/>
                    <a:gd name="T3" fmla="*/ 390 h 390"/>
                    <a:gd name="T4" fmla="*/ 0 w 782"/>
                    <a:gd name="T5" fmla="*/ 0 h 3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82" h="390">
                      <a:moveTo>
                        <a:pt x="782" y="0"/>
                      </a:moveTo>
                      <a:lnTo>
                        <a:pt x="393" y="39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FCB89D53-605D-4497-A82E-C5CB7B9AB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H="1">
              <a:off x="28958" y="457964"/>
              <a:ext cx="5539609" cy="5682348"/>
              <a:chOff x="6623433" y="457964"/>
              <a:chExt cx="5539609" cy="5682348"/>
            </a:xfrm>
          </p:grpSpPr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4200751B-2483-40F5-8C14-EF64034D45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173" name="Freeform 64">
                  <a:extLst>
                    <a:ext uri="{FF2B5EF4-FFF2-40B4-BE49-F238E27FC236}">
                      <a16:creationId xmlns:a16="http://schemas.microsoft.com/office/drawing/2014/main" id="{A9677C6B-C435-43E3-BF18-DC35709C972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4" name="Freeform 81">
                  <a:extLst>
                    <a:ext uri="{FF2B5EF4-FFF2-40B4-BE49-F238E27FC236}">
                      <a16:creationId xmlns:a16="http://schemas.microsoft.com/office/drawing/2014/main" id="{56E374F1-3376-4D82-B66C-A0588A30F02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5" name="Freeform 61">
                  <a:extLst>
                    <a:ext uri="{FF2B5EF4-FFF2-40B4-BE49-F238E27FC236}">
                      <a16:creationId xmlns:a16="http://schemas.microsoft.com/office/drawing/2014/main" id="{979B4E97-34CE-4034-8523-F1584A03448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6" name="Freeform 78">
                  <a:extLst>
                    <a:ext uri="{FF2B5EF4-FFF2-40B4-BE49-F238E27FC236}">
                      <a16:creationId xmlns:a16="http://schemas.microsoft.com/office/drawing/2014/main" id="{F4C4EFFF-E30B-4F0B-9ED4-FF63047DCBD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7" name="Freeform 84">
                  <a:extLst>
                    <a:ext uri="{FF2B5EF4-FFF2-40B4-BE49-F238E27FC236}">
                      <a16:creationId xmlns:a16="http://schemas.microsoft.com/office/drawing/2014/main" id="{173FDB7E-F5CA-497D-95CF-7A00D6789CF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8" name="Freeform 87">
                  <a:extLst>
                    <a:ext uri="{FF2B5EF4-FFF2-40B4-BE49-F238E27FC236}">
                      <a16:creationId xmlns:a16="http://schemas.microsoft.com/office/drawing/2014/main" id="{42266BB1-5605-4F64-B071-80A97BAD9C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9" name="Freeform 60">
                  <a:extLst>
                    <a:ext uri="{FF2B5EF4-FFF2-40B4-BE49-F238E27FC236}">
                      <a16:creationId xmlns:a16="http://schemas.microsoft.com/office/drawing/2014/main" id="{90D15A2A-0F2D-4AB8-8252-303BA5DB3B0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0" name="Freeform 59">
                  <a:extLst>
                    <a:ext uri="{FF2B5EF4-FFF2-40B4-BE49-F238E27FC236}">
                      <a16:creationId xmlns:a16="http://schemas.microsoft.com/office/drawing/2014/main" id="{E676282C-5FCF-4E29-AE15-2545F1A685E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1" name="Freeform 62">
                  <a:extLst>
                    <a:ext uri="{FF2B5EF4-FFF2-40B4-BE49-F238E27FC236}">
                      <a16:creationId xmlns:a16="http://schemas.microsoft.com/office/drawing/2014/main" id="{AF7EC2A1-EAFC-4851-A4E3-47811C4456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2" name="Freeform 65">
                  <a:extLst>
                    <a:ext uri="{FF2B5EF4-FFF2-40B4-BE49-F238E27FC236}">
                      <a16:creationId xmlns:a16="http://schemas.microsoft.com/office/drawing/2014/main" id="{6F9BD94B-F299-45D3-B66E-F20FBC9246D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3" name="Freeform 79">
                  <a:extLst>
                    <a:ext uri="{FF2B5EF4-FFF2-40B4-BE49-F238E27FC236}">
                      <a16:creationId xmlns:a16="http://schemas.microsoft.com/office/drawing/2014/main" id="{50E616C9-EAB1-4990-B569-17C6CB08891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4" name="Freeform 82">
                  <a:extLst>
                    <a:ext uri="{FF2B5EF4-FFF2-40B4-BE49-F238E27FC236}">
                      <a16:creationId xmlns:a16="http://schemas.microsoft.com/office/drawing/2014/main" id="{2F983FB0-2CC2-4D5F-A331-4130F138E9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5" name="Freeform 85">
                  <a:extLst>
                    <a:ext uri="{FF2B5EF4-FFF2-40B4-BE49-F238E27FC236}">
                      <a16:creationId xmlns:a16="http://schemas.microsoft.com/office/drawing/2014/main" id="{B1ABC269-0802-4C4A-9E57-6F876F122C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6" name="Freeform 88">
                  <a:extLst>
                    <a:ext uri="{FF2B5EF4-FFF2-40B4-BE49-F238E27FC236}">
                      <a16:creationId xmlns:a16="http://schemas.microsoft.com/office/drawing/2014/main" id="{233153AF-C5CF-40DD-9E5E-9B84272F46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187" name="Group 186">
                  <a:extLst>
                    <a:ext uri="{FF2B5EF4-FFF2-40B4-BE49-F238E27FC236}">
                      <a16:creationId xmlns:a16="http://schemas.microsoft.com/office/drawing/2014/main" id="{95E220B7-17F2-4748-A337-3B8D5886038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188" name="Line 63">
                    <a:extLst>
                      <a:ext uri="{FF2B5EF4-FFF2-40B4-BE49-F238E27FC236}">
                        <a16:creationId xmlns:a16="http://schemas.microsoft.com/office/drawing/2014/main" id="{63DC02CB-E162-45FD-AF68-0A1DB537F40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89" name="Line 66">
                    <a:extLst>
                      <a:ext uri="{FF2B5EF4-FFF2-40B4-BE49-F238E27FC236}">
                        <a16:creationId xmlns:a16="http://schemas.microsoft.com/office/drawing/2014/main" id="{4D9CBADA-7016-4987-B723-F7AE8E2E57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0" name="Line 67">
                    <a:extLst>
                      <a:ext uri="{FF2B5EF4-FFF2-40B4-BE49-F238E27FC236}">
                        <a16:creationId xmlns:a16="http://schemas.microsoft.com/office/drawing/2014/main" id="{1DCEDCA0-F979-4B3C-A0CA-F98F2DEE892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1" name="Line 80">
                    <a:extLst>
                      <a:ext uri="{FF2B5EF4-FFF2-40B4-BE49-F238E27FC236}">
                        <a16:creationId xmlns:a16="http://schemas.microsoft.com/office/drawing/2014/main" id="{1B701ADB-B6EB-4BED-8D15-F358A67EC9F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2" name="Line 83">
                    <a:extLst>
                      <a:ext uri="{FF2B5EF4-FFF2-40B4-BE49-F238E27FC236}">
                        <a16:creationId xmlns:a16="http://schemas.microsoft.com/office/drawing/2014/main" id="{239EB39D-EF7A-4284-83B8-904957045D8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3" name="Line 86">
                    <a:extLst>
                      <a:ext uri="{FF2B5EF4-FFF2-40B4-BE49-F238E27FC236}">
                        <a16:creationId xmlns:a16="http://schemas.microsoft.com/office/drawing/2014/main" id="{59413AC3-6F9D-431E-8136-F15C0FCA62A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4" name="Line 89">
                    <a:extLst>
                      <a:ext uri="{FF2B5EF4-FFF2-40B4-BE49-F238E27FC236}">
                        <a16:creationId xmlns:a16="http://schemas.microsoft.com/office/drawing/2014/main" id="{987DF8D6-E53D-4C41-B339-1E5094638FA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66036562-1199-405F-B95A-C3A543B5DB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C4C4997E-6944-4940-8B33-92DB90BCE3A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169" name="Straight Connector 168">
                    <a:extLst>
                      <a:ext uri="{FF2B5EF4-FFF2-40B4-BE49-F238E27FC236}">
                        <a16:creationId xmlns:a16="http://schemas.microsoft.com/office/drawing/2014/main" id="{0A44DA53-5DA1-44E2-8EB4-F53CC84C9F2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0" name="Straight Connector 169">
                    <a:extLst>
                      <a:ext uri="{FF2B5EF4-FFF2-40B4-BE49-F238E27FC236}">
                        <a16:creationId xmlns:a16="http://schemas.microsoft.com/office/drawing/2014/main" id="{F072B3FF-FEA5-46BC-8627-9B46C5F3967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1" name="Rectangle 30">
                    <a:extLst>
                      <a:ext uri="{FF2B5EF4-FFF2-40B4-BE49-F238E27FC236}">
                        <a16:creationId xmlns:a16="http://schemas.microsoft.com/office/drawing/2014/main" id="{FB18587D-1BDA-4D28-9B48-3C37C764B66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72" name="Rectangle 30">
                    <a:extLst>
                      <a:ext uri="{FF2B5EF4-FFF2-40B4-BE49-F238E27FC236}">
                        <a16:creationId xmlns:a16="http://schemas.microsoft.com/office/drawing/2014/main" id="{8CFE033B-F34F-4836-B6F3-93E6C7D9C5C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66" name="Group 165">
                  <a:extLst>
                    <a:ext uri="{FF2B5EF4-FFF2-40B4-BE49-F238E27FC236}">
                      <a16:creationId xmlns:a16="http://schemas.microsoft.com/office/drawing/2014/main" id="{07F79761-CFAA-4330-8067-31EC1DC3E1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167" name="Freeform: Shape 166">
                    <a:extLst>
                      <a:ext uri="{FF2B5EF4-FFF2-40B4-BE49-F238E27FC236}">
                        <a16:creationId xmlns:a16="http://schemas.microsoft.com/office/drawing/2014/main" id="{8A0BC496-427B-4836-B989-97B0673D8F5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8" name="Freeform: Shape 167">
                    <a:extLst>
                      <a:ext uri="{FF2B5EF4-FFF2-40B4-BE49-F238E27FC236}">
                        <a16:creationId xmlns:a16="http://schemas.microsoft.com/office/drawing/2014/main" id="{A0D554E1-33ED-415C-BF15-FC38D2E33C7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48" name="Group 147">
                <a:extLst>
                  <a:ext uri="{FF2B5EF4-FFF2-40B4-BE49-F238E27FC236}">
                    <a16:creationId xmlns:a16="http://schemas.microsoft.com/office/drawing/2014/main" id="{D1F1EE7D-C5FF-46EA-AB9C-94E1F2D9B7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61" name="Group 160">
                  <a:extLst>
                    <a:ext uri="{FF2B5EF4-FFF2-40B4-BE49-F238E27FC236}">
                      <a16:creationId xmlns:a16="http://schemas.microsoft.com/office/drawing/2014/main" id="{2AC2FE37-AED7-4C81-A52E-FD105C1BDA8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3" name="Freeform 68">
                    <a:extLst>
                      <a:ext uri="{FF2B5EF4-FFF2-40B4-BE49-F238E27FC236}">
                        <a16:creationId xmlns:a16="http://schemas.microsoft.com/office/drawing/2014/main" id="{AB34FC05-3259-4BE2-8DA9-91435FAFCE7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64" name="Freeform 69">
                    <a:extLst>
                      <a:ext uri="{FF2B5EF4-FFF2-40B4-BE49-F238E27FC236}">
                        <a16:creationId xmlns:a16="http://schemas.microsoft.com/office/drawing/2014/main" id="{AC11598E-3FD2-47F3-8E57-D5D6130DBC3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62" name="Line 70">
                  <a:extLst>
                    <a:ext uri="{FF2B5EF4-FFF2-40B4-BE49-F238E27FC236}">
                      <a16:creationId xmlns:a16="http://schemas.microsoft.com/office/drawing/2014/main" id="{37D098FA-73CF-44E6-B612-7DE664E5DE0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66672930-1A30-4508-A9D2-FA4271C6B1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11158635" y="5515533"/>
                <a:ext cx="317159" cy="932400"/>
                <a:chOff x="6376988" y="280988"/>
                <a:chExt cx="633413" cy="1862138"/>
              </a:xfrm>
            </p:grpSpPr>
            <p:sp>
              <p:nvSpPr>
                <p:cNvPr id="158" name="Freeform 68">
                  <a:extLst>
                    <a:ext uri="{FF2B5EF4-FFF2-40B4-BE49-F238E27FC236}">
                      <a16:creationId xmlns:a16="http://schemas.microsoft.com/office/drawing/2014/main" id="{174F3D5B-9943-4A8B-8699-ABB2B7991B8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376988" y="280988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59" name="Freeform 69">
                  <a:extLst>
                    <a:ext uri="{FF2B5EF4-FFF2-40B4-BE49-F238E27FC236}">
                      <a16:creationId xmlns:a16="http://schemas.microsoft.com/office/drawing/2014/main" id="{6834DCA2-951C-4A9B-8490-5C7BD0FFBB9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696076" y="280988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60" name="Line 70">
                  <a:extLst>
                    <a:ext uri="{FF2B5EF4-FFF2-40B4-BE49-F238E27FC236}">
                      <a16:creationId xmlns:a16="http://schemas.microsoft.com/office/drawing/2014/main" id="{316B6CF4-BCF3-4765-B744-A1EB5A76D33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696076" y="280988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BAD99054-FC47-4391-9369-B309A0AA25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51633" y="4274501"/>
                <a:ext cx="903599" cy="2160000"/>
                <a:chOff x="9057947" y="3423463"/>
                <a:chExt cx="903599" cy="2160000"/>
              </a:xfrm>
            </p:grpSpPr>
            <p:grpSp>
              <p:nvGrpSpPr>
                <p:cNvPr id="151" name="Group 150">
                  <a:extLst>
                    <a:ext uri="{FF2B5EF4-FFF2-40B4-BE49-F238E27FC236}">
                      <a16:creationId xmlns:a16="http://schemas.microsoft.com/office/drawing/2014/main" id="{1A1CDB94-FE6F-4AAC-94D9-DDCEC703B12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057947" y="3432856"/>
                  <a:ext cx="903599" cy="1872461"/>
                  <a:chOff x="10538626" y="3165838"/>
                  <a:chExt cx="936000" cy="1939601"/>
                </a:xfrm>
              </p:grpSpPr>
              <p:sp>
                <p:nvSpPr>
                  <p:cNvPr id="156" name="Freeform: Shape 155">
                    <a:extLst>
                      <a:ext uri="{FF2B5EF4-FFF2-40B4-BE49-F238E27FC236}">
                        <a16:creationId xmlns:a16="http://schemas.microsoft.com/office/drawing/2014/main" id="{99B22DCB-54E6-4769-9DD7-3736B4041B2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538626" y="3183996"/>
                    <a:ext cx="453600" cy="1920288"/>
                  </a:xfrm>
                  <a:custGeom>
                    <a:avLst/>
                    <a:gdLst>
                      <a:gd name="connsiteX0" fmla="*/ 453600 w 453600"/>
                      <a:gd name="connsiteY0" fmla="*/ 0 h 1920288"/>
                      <a:gd name="connsiteX1" fmla="*/ 453600 w 453600"/>
                      <a:gd name="connsiteY1" fmla="*/ 1920288 h 1920288"/>
                      <a:gd name="connsiteX2" fmla="*/ 384059 w 453600"/>
                      <a:gd name="connsiteY2" fmla="*/ 1914152 h 1920288"/>
                      <a:gd name="connsiteX3" fmla="*/ 9354 w 453600"/>
                      <a:gd name="connsiteY3" fmla="*/ 1548700 h 1920288"/>
                      <a:gd name="connsiteX4" fmla="*/ 0 w 453600"/>
                      <a:gd name="connsiteY4" fmla="*/ 1455902 h 1920288"/>
                      <a:gd name="connsiteX5" fmla="*/ 146 w 453600"/>
                      <a:gd name="connsiteY5" fmla="*/ 1451885 h 1920288"/>
                      <a:gd name="connsiteX6" fmla="*/ 145 w 453600"/>
                      <a:gd name="connsiteY6" fmla="*/ 1451885 h 1920288"/>
                      <a:gd name="connsiteX7" fmla="*/ 7358 w 453600"/>
                      <a:gd name="connsiteY7" fmla="*/ 1253678 h 1920288"/>
                      <a:gd name="connsiteX8" fmla="*/ 424671 w 453600"/>
                      <a:gd name="connsiteY8" fmla="*/ 36480 h 1920288"/>
                      <a:gd name="connsiteX9" fmla="*/ 453600 w 453600"/>
                      <a:gd name="connsiteY9" fmla="*/ 0 h 1920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53600" h="1920288">
                        <a:moveTo>
                          <a:pt x="453600" y="0"/>
                        </a:moveTo>
                        <a:lnTo>
                          <a:pt x="453600" y="1920288"/>
                        </a:lnTo>
                        <a:lnTo>
                          <a:pt x="384059" y="1914152"/>
                        </a:lnTo>
                        <a:cubicBezTo>
                          <a:pt x="196308" y="1880615"/>
                          <a:pt x="47443" y="1734834"/>
                          <a:pt x="9354" y="1548700"/>
                        </a:cubicBezTo>
                        <a:lnTo>
                          <a:pt x="0" y="1455902"/>
                        </a:lnTo>
                        <a:lnTo>
                          <a:pt x="146" y="1451885"/>
                        </a:lnTo>
                        <a:lnTo>
                          <a:pt x="145" y="1451885"/>
                        </a:lnTo>
                        <a:lnTo>
                          <a:pt x="7358" y="1253678"/>
                        </a:lnTo>
                        <a:cubicBezTo>
                          <a:pt x="42019" y="780132"/>
                          <a:pt x="195015" y="355125"/>
                          <a:pt x="424671" y="36480"/>
                        </a:cubicBezTo>
                        <a:lnTo>
                          <a:pt x="45360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7" name="Freeform: Shape 156">
                    <a:extLst>
                      <a:ext uri="{FF2B5EF4-FFF2-40B4-BE49-F238E27FC236}">
                        <a16:creationId xmlns:a16="http://schemas.microsoft.com/office/drawing/2014/main" id="{67DA3C33-5733-4571-AD7C-F9D7447D184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992226" y="3165838"/>
                    <a:ext cx="482400" cy="1939601"/>
                  </a:xfrm>
                  <a:custGeom>
                    <a:avLst/>
                    <a:gdLst>
                      <a:gd name="connsiteX0" fmla="*/ 14399 w 482400"/>
                      <a:gd name="connsiteY0" fmla="*/ 0 h 1939601"/>
                      <a:gd name="connsiteX1" fmla="*/ 14399 w 482400"/>
                      <a:gd name="connsiteY1" fmla="*/ 689615 h 1939601"/>
                      <a:gd name="connsiteX2" fmla="*/ 14400 w 482400"/>
                      <a:gd name="connsiteY2" fmla="*/ 689615 h 1939601"/>
                      <a:gd name="connsiteX3" fmla="*/ 14401 w 482400"/>
                      <a:gd name="connsiteY3" fmla="*/ 689615 h 1939601"/>
                      <a:gd name="connsiteX4" fmla="*/ 14401 w 482400"/>
                      <a:gd name="connsiteY4" fmla="*/ 0 h 1939601"/>
                      <a:gd name="connsiteX5" fmla="*/ 57729 w 482400"/>
                      <a:gd name="connsiteY5" fmla="*/ 54638 h 1939601"/>
                      <a:gd name="connsiteX6" fmla="*/ 475042 w 482400"/>
                      <a:gd name="connsiteY6" fmla="*/ 1271836 h 1939601"/>
                      <a:gd name="connsiteX7" fmla="*/ 482255 w 482400"/>
                      <a:gd name="connsiteY7" fmla="*/ 1470043 h 1939601"/>
                      <a:gd name="connsiteX8" fmla="*/ 482254 w 482400"/>
                      <a:gd name="connsiteY8" fmla="*/ 1470043 h 1939601"/>
                      <a:gd name="connsiteX9" fmla="*/ 482400 w 482400"/>
                      <a:gd name="connsiteY9" fmla="*/ 1474060 h 1939601"/>
                      <a:gd name="connsiteX10" fmla="*/ 473046 w 482400"/>
                      <a:gd name="connsiteY10" fmla="*/ 1566858 h 1939601"/>
                      <a:gd name="connsiteX11" fmla="*/ 15706 w 482400"/>
                      <a:gd name="connsiteY11" fmla="*/ 1939601 h 1939601"/>
                      <a:gd name="connsiteX12" fmla="*/ 14400 w 482400"/>
                      <a:gd name="connsiteY12" fmla="*/ 1939469 h 1939601"/>
                      <a:gd name="connsiteX13" fmla="*/ 13094 w 482400"/>
                      <a:gd name="connsiteY13" fmla="*/ 1939601 h 1939601"/>
                      <a:gd name="connsiteX14" fmla="*/ 0 w 482400"/>
                      <a:gd name="connsiteY14" fmla="*/ 1938446 h 1939601"/>
                      <a:gd name="connsiteX15" fmla="*/ 0 w 482400"/>
                      <a:gd name="connsiteY15" fmla="*/ 18158 h 1939601"/>
                      <a:gd name="connsiteX16" fmla="*/ 14399 w 482400"/>
                      <a:gd name="connsiteY16" fmla="*/ 0 h 1939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82400" h="1939601">
                        <a:moveTo>
                          <a:pt x="14399" y="0"/>
                        </a:moveTo>
                        <a:lnTo>
                          <a:pt x="14399" y="689615"/>
                        </a:lnTo>
                        <a:lnTo>
                          <a:pt x="14400" y="689615"/>
                        </a:lnTo>
                        <a:lnTo>
                          <a:pt x="14401" y="689615"/>
                        </a:lnTo>
                        <a:lnTo>
                          <a:pt x="14401" y="0"/>
                        </a:lnTo>
                        <a:lnTo>
                          <a:pt x="57729" y="54638"/>
                        </a:lnTo>
                        <a:cubicBezTo>
                          <a:pt x="287385" y="373283"/>
                          <a:pt x="440381" y="798290"/>
                          <a:pt x="475042" y="1271836"/>
                        </a:cubicBezTo>
                        <a:lnTo>
                          <a:pt x="482255" y="1470043"/>
                        </a:lnTo>
                        <a:lnTo>
                          <a:pt x="482254" y="1470043"/>
                        </a:lnTo>
                        <a:lnTo>
                          <a:pt x="482400" y="1474060"/>
                        </a:lnTo>
                        <a:lnTo>
                          <a:pt x="473046" y="1566858"/>
                        </a:lnTo>
                        <a:cubicBezTo>
                          <a:pt x="429516" y="1779582"/>
                          <a:pt x="241298" y="1939601"/>
                          <a:pt x="15706" y="1939601"/>
                        </a:cubicBezTo>
                        <a:lnTo>
                          <a:pt x="14400" y="1939469"/>
                        </a:lnTo>
                        <a:lnTo>
                          <a:pt x="13094" y="1939601"/>
                        </a:lnTo>
                        <a:lnTo>
                          <a:pt x="0" y="1938446"/>
                        </a:lnTo>
                        <a:lnTo>
                          <a:pt x="0" y="18158"/>
                        </a:lnTo>
                        <a:lnTo>
                          <a:pt x="14399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52" name="Group 151">
                  <a:extLst>
                    <a:ext uri="{FF2B5EF4-FFF2-40B4-BE49-F238E27FC236}">
                      <a16:creationId xmlns:a16="http://schemas.microsoft.com/office/drawing/2014/main" id="{DEACDE3F-3571-479B-8545-A0EB157DFB7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210264" y="3423463"/>
                  <a:ext cx="597126" cy="2160000"/>
                  <a:chOff x="9210264" y="3423463"/>
                  <a:chExt cx="597126" cy="2160000"/>
                </a:xfrm>
              </p:grpSpPr>
              <p:cxnSp>
                <p:nvCxnSpPr>
                  <p:cNvPr id="153" name="Straight Connector 152">
                    <a:extLst>
                      <a:ext uri="{FF2B5EF4-FFF2-40B4-BE49-F238E27FC236}">
                        <a16:creationId xmlns:a16="http://schemas.microsoft.com/office/drawing/2014/main" id="{0EBC688C-242B-4AF8-9A28-74C5D3A7DD7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>
                    <a:off x="9508827" y="3423463"/>
                    <a:ext cx="0" cy="216000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4" name="Rectangle 5">
                    <a:extLst>
                      <a:ext uri="{FF2B5EF4-FFF2-40B4-BE49-F238E27FC236}">
                        <a16:creationId xmlns:a16="http://schemas.microsoft.com/office/drawing/2014/main" id="{C4C8C45C-CEB8-4DEA-A7C9-8028747D4C2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10264" y="4162845"/>
                    <a:ext cx="597126" cy="597126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55" name="Rectangle 5">
                    <a:extLst>
                      <a:ext uri="{FF2B5EF4-FFF2-40B4-BE49-F238E27FC236}">
                        <a16:creationId xmlns:a16="http://schemas.microsoft.com/office/drawing/2014/main" id="{7FC624AF-D992-41C1-A403-A0A4731BE06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97710" y="3747070"/>
                    <a:ext cx="422234" cy="422234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F63171A4-E846-4A64-8292-3ED3583B6D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 flipH="1">
              <a:off x="2171191" y="712681"/>
              <a:ext cx="5539609" cy="5682348"/>
              <a:chOff x="6623433" y="457964"/>
              <a:chExt cx="5539609" cy="5682348"/>
            </a:xfrm>
          </p:grpSpPr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E59C66F3-BAB8-46AB-849B-0BC14A74B8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124" name="Freeform 64">
                  <a:extLst>
                    <a:ext uri="{FF2B5EF4-FFF2-40B4-BE49-F238E27FC236}">
                      <a16:creationId xmlns:a16="http://schemas.microsoft.com/office/drawing/2014/main" id="{68CD087B-52FF-4F11-A251-6F6A6B9093A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5" name="Freeform 81">
                  <a:extLst>
                    <a:ext uri="{FF2B5EF4-FFF2-40B4-BE49-F238E27FC236}">
                      <a16:creationId xmlns:a16="http://schemas.microsoft.com/office/drawing/2014/main" id="{7FD7CD23-A1FC-41E8-A563-0B0A87A8FC8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6" name="Freeform 61">
                  <a:extLst>
                    <a:ext uri="{FF2B5EF4-FFF2-40B4-BE49-F238E27FC236}">
                      <a16:creationId xmlns:a16="http://schemas.microsoft.com/office/drawing/2014/main" id="{A3A34481-695D-470B-9A01-A047EAA615B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7" name="Freeform 78">
                  <a:extLst>
                    <a:ext uri="{FF2B5EF4-FFF2-40B4-BE49-F238E27FC236}">
                      <a16:creationId xmlns:a16="http://schemas.microsoft.com/office/drawing/2014/main" id="{5B26EEFA-6CAA-4BF6-B4BD-7C083D59BF3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8" name="Freeform 84">
                  <a:extLst>
                    <a:ext uri="{FF2B5EF4-FFF2-40B4-BE49-F238E27FC236}">
                      <a16:creationId xmlns:a16="http://schemas.microsoft.com/office/drawing/2014/main" id="{61976329-310A-4F70-B22C-F032D4BF7E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9" name="Freeform 87">
                  <a:extLst>
                    <a:ext uri="{FF2B5EF4-FFF2-40B4-BE49-F238E27FC236}">
                      <a16:creationId xmlns:a16="http://schemas.microsoft.com/office/drawing/2014/main" id="{0A0DA1ED-70C5-4D8F-B61F-F6E9E07D59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0" name="Freeform 60">
                  <a:extLst>
                    <a:ext uri="{FF2B5EF4-FFF2-40B4-BE49-F238E27FC236}">
                      <a16:creationId xmlns:a16="http://schemas.microsoft.com/office/drawing/2014/main" id="{EDF58541-8ECC-487F-96C7-3267D0F9C8C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1" name="Freeform 59">
                  <a:extLst>
                    <a:ext uri="{FF2B5EF4-FFF2-40B4-BE49-F238E27FC236}">
                      <a16:creationId xmlns:a16="http://schemas.microsoft.com/office/drawing/2014/main" id="{D1DAAA62-5552-4436-97D9-353F629E8AB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2" name="Freeform 62">
                  <a:extLst>
                    <a:ext uri="{FF2B5EF4-FFF2-40B4-BE49-F238E27FC236}">
                      <a16:creationId xmlns:a16="http://schemas.microsoft.com/office/drawing/2014/main" id="{EBA1BB6B-72EF-4525-89A1-FC5BE70D71B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3" name="Freeform 65">
                  <a:extLst>
                    <a:ext uri="{FF2B5EF4-FFF2-40B4-BE49-F238E27FC236}">
                      <a16:creationId xmlns:a16="http://schemas.microsoft.com/office/drawing/2014/main" id="{D3BD4012-93F7-424A-9146-8E7E831D9E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4" name="Freeform 79">
                  <a:extLst>
                    <a:ext uri="{FF2B5EF4-FFF2-40B4-BE49-F238E27FC236}">
                      <a16:creationId xmlns:a16="http://schemas.microsoft.com/office/drawing/2014/main" id="{A2E36983-6A8E-4C78-AA27-363C0D676C8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5" name="Freeform 82">
                  <a:extLst>
                    <a:ext uri="{FF2B5EF4-FFF2-40B4-BE49-F238E27FC236}">
                      <a16:creationId xmlns:a16="http://schemas.microsoft.com/office/drawing/2014/main" id="{AB2380FC-F201-44F0-A531-1402201E4E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6" name="Freeform 85">
                  <a:extLst>
                    <a:ext uri="{FF2B5EF4-FFF2-40B4-BE49-F238E27FC236}">
                      <a16:creationId xmlns:a16="http://schemas.microsoft.com/office/drawing/2014/main" id="{737C3A27-BD47-4E93-A1E3-33B902DD068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7" name="Freeform 88">
                  <a:extLst>
                    <a:ext uri="{FF2B5EF4-FFF2-40B4-BE49-F238E27FC236}">
                      <a16:creationId xmlns:a16="http://schemas.microsoft.com/office/drawing/2014/main" id="{C257BCC6-B88D-4C3B-BEFD-25D320F39C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138" name="Group 137">
                  <a:extLst>
                    <a:ext uri="{FF2B5EF4-FFF2-40B4-BE49-F238E27FC236}">
                      <a16:creationId xmlns:a16="http://schemas.microsoft.com/office/drawing/2014/main" id="{0519964D-597A-4E0C-B66C-89D30B8582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139" name="Line 63">
                    <a:extLst>
                      <a:ext uri="{FF2B5EF4-FFF2-40B4-BE49-F238E27FC236}">
                        <a16:creationId xmlns:a16="http://schemas.microsoft.com/office/drawing/2014/main" id="{A31BADE6-3732-4787-8841-96E8F05C0A9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0" name="Line 66">
                    <a:extLst>
                      <a:ext uri="{FF2B5EF4-FFF2-40B4-BE49-F238E27FC236}">
                        <a16:creationId xmlns:a16="http://schemas.microsoft.com/office/drawing/2014/main" id="{447ED593-61E3-4BD7-8984-7FE5621549D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1" name="Line 67">
                    <a:extLst>
                      <a:ext uri="{FF2B5EF4-FFF2-40B4-BE49-F238E27FC236}">
                        <a16:creationId xmlns:a16="http://schemas.microsoft.com/office/drawing/2014/main" id="{6AD98272-0FC0-49AC-9877-8D2BAA5148B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2" name="Line 80">
                    <a:extLst>
                      <a:ext uri="{FF2B5EF4-FFF2-40B4-BE49-F238E27FC236}">
                        <a16:creationId xmlns:a16="http://schemas.microsoft.com/office/drawing/2014/main" id="{D54770D9-48C7-4C76-9F40-65C9B9C05CE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3" name="Line 83">
                    <a:extLst>
                      <a:ext uri="{FF2B5EF4-FFF2-40B4-BE49-F238E27FC236}">
                        <a16:creationId xmlns:a16="http://schemas.microsoft.com/office/drawing/2014/main" id="{4B9C1A3A-3DED-4CC1-820C-16B358DF9EC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4" name="Line 86">
                    <a:extLst>
                      <a:ext uri="{FF2B5EF4-FFF2-40B4-BE49-F238E27FC236}">
                        <a16:creationId xmlns:a16="http://schemas.microsoft.com/office/drawing/2014/main" id="{2404A56E-8A81-48CB-9AC4-2CB6EA55DD7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5" name="Line 89">
                    <a:extLst>
                      <a:ext uri="{FF2B5EF4-FFF2-40B4-BE49-F238E27FC236}">
                        <a16:creationId xmlns:a16="http://schemas.microsoft.com/office/drawing/2014/main" id="{6D6A743B-85A5-41A8-9664-D654620D25D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23DAD9FD-AF99-4D89-9BC8-E6739BD17A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16" name="Group 115">
                  <a:extLst>
                    <a:ext uri="{FF2B5EF4-FFF2-40B4-BE49-F238E27FC236}">
                      <a16:creationId xmlns:a16="http://schemas.microsoft.com/office/drawing/2014/main" id="{D7170781-0173-4FAB-8358-42C469FC51A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120" name="Straight Connector 119">
                    <a:extLst>
                      <a:ext uri="{FF2B5EF4-FFF2-40B4-BE49-F238E27FC236}">
                        <a16:creationId xmlns:a16="http://schemas.microsoft.com/office/drawing/2014/main" id="{03C55E22-B879-4AE0-BC46-BA8A4E950C5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Straight Connector 120">
                    <a:extLst>
                      <a:ext uri="{FF2B5EF4-FFF2-40B4-BE49-F238E27FC236}">
                        <a16:creationId xmlns:a16="http://schemas.microsoft.com/office/drawing/2014/main" id="{AA07E073-1978-4DCC-9E5C-FF89EF524BF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2" name="Rectangle 30">
                    <a:extLst>
                      <a:ext uri="{FF2B5EF4-FFF2-40B4-BE49-F238E27FC236}">
                        <a16:creationId xmlns:a16="http://schemas.microsoft.com/office/drawing/2014/main" id="{5691F80E-D2E0-4E78-AA76-8D827AE4101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3" name="Rectangle 30">
                    <a:extLst>
                      <a:ext uri="{FF2B5EF4-FFF2-40B4-BE49-F238E27FC236}">
                        <a16:creationId xmlns:a16="http://schemas.microsoft.com/office/drawing/2014/main" id="{E34C55D1-5C55-44D3-9C26-E1951DA3937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17" name="Group 116">
                  <a:extLst>
                    <a:ext uri="{FF2B5EF4-FFF2-40B4-BE49-F238E27FC236}">
                      <a16:creationId xmlns:a16="http://schemas.microsoft.com/office/drawing/2014/main" id="{4C9CB0E6-07EF-4140-926D-D380C1A88EB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118" name="Freeform: Shape 117">
                    <a:extLst>
                      <a:ext uri="{FF2B5EF4-FFF2-40B4-BE49-F238E27FC236}">
                        <a16:creationId xmlns:a16="http://schemas.microsoft.com/office/drawing/2014/main" id="{263BBD78-504D-435B-8933-2C460DC38E7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9" name="Freeform: Shape 118">
                    <a:extLst>
                      <a:ext uri="{FF2B5EF4-FFF2-40B4-BE49-F238E27FC236}">
                        <a16:creationId xmlns:a16="http://schemas.microsoft.com/office/drawing/2014/main" id="{1AD78D29-1FCF-4E88-A958-924F701D5E4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EA551A3F-69EF-45CC-87F7-867808A3FA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12" name="Group 111">
                  <a:extLst>
                    <a:ext uri="{FF2B5EF4-FFF2-40B4-BE49-F238E27FC236}">
                      <a16:creationId xmlns:a16="http://schemas.microsoft.com/office/drawing/2014/main" id="{12724B09-E74E-49FA-BB5D-583BB89B798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14" name="Freeform 68">
                    <a:extLst>
                      <a:ext uri="{FF2B5EF4-FFF2-40B4-BE49-F238E27FC236}">
                        <a16:creationId xmlns:a16="http://schemas.microsoft.com/office/drawing/2014/main" id="{DA2788BF-64AD-4328-8CB9-8C2C98CF54E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15" name="Freeform 69">
                    <a:extLst>
                      <a:ext uri="{FF2B5EF4-FFF2-40B4-BE49-F238E27FC236}">
                        <a16:creationId xmlns:a16="http://schemas.microsoft.com/office/drawing/2014/main" id="{D9591CB5-16C9-44FC-B125-529D33F91BF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13" name="Line 70">
                  <a:extLst>
                    <a:ext uri="{FF2B5EF4-FFF2-40B4-BE49-F238E27FC236}">
                      <a16:creationId xmlns:a16="http://schemas.microsoft.com/office/drawing/2014/main" id="{4F82A945-38F0-45AF-A28A-C6A0E6A2E7F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80FA6744-F48F-4652-86E5-BA3ABEF322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11158635" y="5515533"/>
                <a:ext cx="317159" cy="932400"/>
                <a:chOff x="6376988" y="280988"/>
                <a:chExt cx="633413" cy="1862138"/>
              </a:xfrm>
            </p:grpSpPr>
            <p:sp>
              <p:nvSpPr>
                <p:cNvPr id="109" name="Freeform 68">
                  <a:extLst>
                    <a:ext uri="{FF2B5EF4-FFF2-40B4-BE49-F238E27FC236}">
                      <a16:creationId xmlns:a16="http://schemas.microsoft.com/office/drawing/2014/main" id="{FAC3DEAD-5797-4CA1-A8F2-3F487AAC6B1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376988" y="280988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0" name="Freeform 69">
                  <a:extLst>
                    <a:ext uri="{FF2B5EF4-FFF2-40B4-BE49-F238E27FC236}">
                      <a16:creationId xmlns:a16="http://schemas.microsoft.com/office/drawing/2014/main" id="{F9AF9D64-C9FB-4D32-993D-3423A2E55EE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696076" y="280988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1" name="Line 70">
                  <a:extLst>
                    <a:ext uri="{FF2B5EF4-FFF2-40B4-BE49-F238E27FC236}">
                      <a16:creationId xmlns:a16="http://schemas.microsoft.com/office/drawing/2014/main" id="{9097AC72-422F-4CE0-A772-A63E2294ACD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696076" y="280988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1A6B3F4D-48A0-4FC2-8720-2606D6AA04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51633" y="4274501"/>
                <a:ext cx="903599" cy="2160000"/>
                <a:chOff x="9057947" y="3423463"/>
                <a:chExt cx="903599" cy="2160000"/>
              </a:xfrm>
            </p:grpSpPr>
            <p:grpSp>
              <p:nvGrpSpPr>
                <p:cNvPr id="102" name="Group 101">
                  <a:extLst>
                    <a:ext uri="{FF2B5EF4-FFF2-40B4-BE49-F238E27FC236}">
                      <a16:creationId xmlns:a16="http://schemas.microsoft.com/office/drawing/2014/main" id="{67E4FA26-563D-4D19-BAEB-A370818E51A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057947" y="3432856"/>
                  <a:ext cx="903599" cy="1872461"/>
                  <a:chOff x="10538626" y="3165838"/>
                  <a:chExt cx="936000" cy="1939601"/>
                </a:xfrm>
              </p:grpSpPr>
              <p:sp>
                <p:nvSpPr>
                  <p:cNvPr id="107" name="Freeform: Shape 106">
                    <a:extLst>
                      <a:ext uri="{FF2B5EF4-FFF2-40B4-BE49-F238E27FC236}">
                        <a16:creationId xmlns:a16="http://schemas.microsoft.com/office/drawing/2014/main" id="{03B51AAC-6B1D-43D1-8885-402653BA90F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538626" y="3183996"/>
                    <a:ext cx="453600" cy="1920288"/>
                  </a:xfrm>
                  <a:custGeom>
                    <a:avLst/>
                    <a:gdLst>
                      <a:gd name="connsiteX0" fmla="*/ 453600 w 453600"/>
                      <a:gd name="connsiteY0" fmla="*/ 0 h 1920288"/>
                      <a:gd name="connsiteX1" fmla="*/ 453600 w 453600"/>
                      <a:gd name="connsiteY1" fmla="*/ 1920288 h 1920288"/>
                      <a:gd name="connsiteX2" fmla="*/ 384059 w 453600"/>
                      <a:gd name="connsiteY2" fmla="*/ 1914152 h 1920288"/>
                      <a:gd name="connsiteX3" fmla="*/ 9354 w 453600"/>
                      <a:gd name="connsiteY3" fmla="*/ 1548700 h 1920288"/>
                      <a:gd name="connsiteX4" fmla="*/ 0 w 453600"/>
                      <a:gd name="connsiteY4" fmla="*/ 1455902 h 1920288"/>
                      <a:gd name="connsiteX5" fmla="*/ 146 w 453600"/>
                      <a:gd name="connsiteY5" fmla="*/ 1451885 h 1920288"/>
                      <a:gd name="connsiteX6" fmla="*/ 145 w 453600"/>
                      <a:gd name="connsiteY6" fmla="*/ 1451885 h 1920288"/>
                      <a:gd name="connsiteX7" fmla="*/ 7358 w 453600"/>
                      <a:gd name="connsiteY7" fmla="*/ 1253678 h 1920288"/>
                      <a:gd name="connsiteX8" fmla="*/ 424671 w 453600"/>
                      <a:gd name="connsiteY8" fmla="*/ 36480 h 1920288"/>
                      <a:gd name="connsiteX9" fmla="*/ 453600 w 453600"/>
                      <a:gd name="connsiteY9" fmla="*/ 0 h 1920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53600" h="1920288">
                        <a:moveTo>
                          <a:pt x="453600" y="0"/>
                        </a:moveTo>
                        <a:lnTo>
                          <a:pt x="453600" y="1920288"/>
                        </a:lnTo>
                        <a:lnTo>
                          <a:pt x="384059" y="1914152"/>
                        </a:lnTo>
                        <a:cubicBezTo>
                          <a:pt x="196308" y="1880615"/>
                          <a:pt x="47443" y="1734834"/>
                          <a:pt x="9354" y="1548700"/>
                        </a:cubicBezTo>
                        <a:lnTo>
                          <a:pt x="0" y="1455902"/>
                        </a:lnTo>
                        <a:lnTo>
                          <a:pt x="146" y="1451885"/>
                        </a:lnTo>
                        <a:lnTo>
                          <a:pt x="145" y="1451885"/>
                        </a:lnTo>
                        <a:lnTo>
                          <a:pt x="7358" y="1253678"/>
                        </a:lnTo>
                        <a:cubicBezTo>
                          <a:pt x="42019" y="780132"/>
                          <a:pt x="195015" y="355125"/>
                          <a:pt x="424671" y="36480"/>
                        </a:cubicBezTo>
                        <a:lnTo>
                          <a:pt x="45360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8" name="Freeform: Shape 107">
                    <a:extLst>
                      <a:ext uri="{FF2B5EF4-FFF2-40B4-BE49-F238E27FC236}">
                        <a16:creationId xmlns:a16="http://schemas.microsoft.com/office/drawing/2014/main" id="{CF4180FB-7FBD-421F-A284-4C2CC61B384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992226" y="3165838"/>
                    <a:ext cx="482400" cy="1939601"/>
                  </a:xfrm>
                  <a:custGeom>
                    <a:avLst/>
                    <a:gdLst>
                      <a:gd name="connsiteX0" fmla="*/ 14399 w 482400"/>
                      <a:gd name="connsiteY0" fmla="*/ 0 h 1939601"/>
                      <a:gd name="connsiteX1" fmla="*/ 14399 w 482400"/>
                      <a:gd name="connsiteY1" fmla="*/ 689615 h 1939601"/>
                      <a:gd name="connsiteX2" fmla="*/ 14400 w 482400"/>
                      <a:gd name="connsiteY2" fmla="*/ 689615 h 1939601"/>
                      <a:gd name="connsiteX3" fmla="*/ 14401 w 482400"/>
                      <a:gd name="connsiteY3" fmla="*/ 689615 h 1939601"/>
                      <a:gd name="connsiteX4" fmla="*/ 14401 w 482400"/>
                      <a:gd name="connsiteY4" fmla="*/ 0 h 1939601"/>
                      <a:gd name="connsiteX5" fmla="*/ 57729 w 482400"/>
                      <a:gd name="connsiteY5" fmla="*/ 54638 h 1939601"/>
                      <a:gd name="connsiteX6" fmla="*/ 475042 w 482400"/>
                      <a:gd name="connsiteY6" fmla="*/ 1271836 h 1939601"/>
                      <a:gd name="connsiteX7" fmla="*/ 482255 w 482400"/>
                      <a:gd name="connsiteY7" fmla="*/ 1470043 h 1939601"/>
                      <a:gd name="connsiteX8" fmla="*/ 482254 w 482400"/>
                      <a:gd name="connsiteY8" fmla="*/ 1470043 h 1939601"/>
                      <a:gd name="connsiteX9" fmla="*/ 482400 w 482400"/>
                      <a:gd name="connsiteY9" fmla="*/ 1474060 h 1939601"/>
                      <a:gd name="connsiteX10" fmla="*/ 473046 w 482400"/>
                      <a:gd name="connsiteY10" fmla="*/ 1566858 h 1939601"/>
                      <a:gd name="connsiteX11" fmla="*/ 15706 w 482400"/>
                      <a:gd name="connsiteY11" fmla="*/ 1939601 h 1939601"/>
                      <a:gd name="connsiteX12" fmla="*/ 14400 w 482400"/>
                      <a:gd name="connsiteY12" fmla="*/ 1939469 h 1939601"/>
                      <a:gd name="connsiteX13" fmla="*/ 13094 w 482400"/>
                      <a:gd name="connsiteY13" fmla="*/ 1939601 h 1939601"/>
                      <a:gd name="connsiteX14" fmla="*/ 0 w 482400"/>
                      <a:gd name="connsiteY14" fmla="*/ 1938446 h 1939601"/>
                      <a:gd name="connsiteX15" fmla="*/ 0 w 482400"/>
                      <a:gd name="connsiteY15" fmla="*/ 18158 h 1939601"/>
                      <a:gd name="connsiteX16" fmla="*/ 14399 w 482400"/>
                      <a:gd name="connsiteY16" fmla="*/ 0 h 1939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82400" h="1939601">
                        <a:moveTo>
                          <a:pt x="14399" y="0"/>
                        </a:moveTo>
                        <a:lnTo>
                          <a:pt x="14399" y="689615"/>
                        </a:lnTo>
                        <a:lnTo>
                          <a:pt x="14400" y="689615"/>
                        </a:lnTo>
                        <a:lnTo>
                          <a:pt x="14401" y="689615"/>
                        </a:lnTo>
                        <a:lnTo>
                          <a:pt x="14401" y="0"/>
                        </a:lnTo>
                        <a:lnTo>
                          <a:pt x="57729" y="54638"/>
                        </a:lnTo>
                        <a:cubicBezTo>
                          <a:pt x="287385" y="373283"/>
                          <a:pt x="440381" y="798290"/>
                          <a:pt x="475042" y="1271836"/>
                        </a:cubicBezTo>
                        <a:lnTo>
                          <a:pt x="482255" y="1470043"/>
                        </a:lnTo>
                        <a:lnTo>
                          <a:pt x="482254" y="1470043"/>
                        </a:lnTo>
                        <a:lnTo>
                          <a:pt x="482400" y="1474060"/>
                        </a:lnTo>
                        <a:lnTo>
                          <a:pt x="473046" y="1566858"/>
                        </a:lnTo>
                        <a:cubicBezTo>
                          <a:pt x="429516" y="1779582"/>
                          <a:pt x="241298" y="1939601"/>
                          <a:pt x="15706" y="1939601"/>
                        </a:cubicBezTo>
                        <a:lnTo>
                          <a:pt x="14400" y="1939469"/>
                        </a:lnTo>
                        <a:lnTo>
                          <a:pt x="13094" y="1939601"/>
                        </a:lnTo>
                        <a:lnTo>
                          <a:pt x="0" y="1938446"/>
                        </a:lnTo>
                        <a:lnTo>
                          <a:pt x="0" y="18158"/>
                        </a:lnTo>
                        <a:lnTo>
                          <a:pt x="14399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3" name="Group 102">
                  <a:extLst>
                    <a:ext uri="{FF2B5EF4-FFF2-40B4-BE49-F238E27FC236}">
                      <a16:creationId xmlns:a16="http://schemas.microsoft.com/office/drawing/2014/main" id="{28E615C5-6A2E-4BF3-A3A8-9061C5B1B84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210264" y="3423463"/>
                  <a:ext cx="597126" cy="2160000"/>
                  <a:chOff x="9210264" y="3423463"/>
                  <a:chExt cx="597126" cy="2160000"/>
                </a:xfrm>
              </p:grpSpPr>
              <p:cxnSp>
                <p:nvCxnSpPr>
                  <p:cNvPr id="104" name="Straight Connector 103">
                    <a:extLst>
                      <a:ext uri="{FF2B5EF4-FFF2-40B4-BE49-F238E27FC236}">
                        <a16:creationId xmlns:a16="http://schemas.microsoft.com/office/drawing/2014/main" id="{B15A4CEB-6B8D-48C3-8484-3EC282A34A1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>
                    <a:off x="9508827" y="3423463"/>
                    <a:ext cx="0" cy="216000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5" name="Rectangle 5">
                    <a:extLst>
                      <a:ext uri="{FF2B5EF4-FFF2-40B4-BE49-F238E27FC236}">
                        <a16:creationId xmlns:a16="http://schemas.microsoft.com/office/drawing/2014/main" id="{38F7FD7D-E582-4214-B1B3-D289130553F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10264" y="4162845"/>
                    <a:ext cx="597126" cy="597126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06" name="Rectangle 5">
                    <a:extLst>
                      <a:ext uri="{FF2B5EF4-FFF2-40B4-BE49-F238E27FC236}">
                        <a16:creationId xmlns:a16="http://schemas.microsoft.com/office/drawing/2014/main" id="{B74D1DAC-C0D4-447E-8665-EAFF34F4E32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97710" y="3747070"/>
                    <a:ext cx="422234" cy="422234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</p:grp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8E5FA1-697B-6FB5-4F63-346DF5F1703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630067" y="3219450"/>
            <a:ext cx="4128934" cy="3092780"/>
          </a:xfrm>
        </p:spPr>
        <p:txBody>
          <a:bodyPr/>
          <a:lstStyle>
            <a:lvl1pPr marL="0" indent="0" algn="ctr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1pPr>
            <a:lvl2pPr marL="360000" indent="0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2pPr>
            <a:lvl3pPr marL="720000" indent="0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3pPr>
            <a:lvl4pPr marL="1080000" indent="0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4pPr>
            <a:lvl5pPr marL="1440000" indent="0">
              <a:buNone/>
              <a:defRPr lang="en-US" sz="2000" kern="1200" spc="5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1894668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4522" y="298564"/>
            <a:ext cx="4650901" cy="6260873"/>
          </a:xfrm>
        </p:spPr>
        <p:txBody>
          <a:bodyPr anchor="ctr">
            <a:no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44A4473-D4D4-4E24-B542-C5D63C28D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53976" y="457964"/>
            <a:ext cx="6009066" cy="5914582"/>
            <a:chOff x="6153976" y="457964"/>
            <a:chExt cx="6009066" cy="591458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4CA4A32-A016-460F-8B99-22A5D265B4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012621" y="2980002"/>
              <a:ext cx="317159" cy="932400"/>
              <a:chOff x="6376988" y="280988"/>
              <a:chExt cx="633413" cy="1862138"/>
            </a:xfrm>
          </p:grpSpPr>
          <p:sp>
            <p:nvSpPr>
              <p:cNvPr id="86" name="Freeform 68">
                <a:extLst>
                  <a:ext uri="{FF2B5EF4-FFF2-40B4-BE49-F238E27FC236}">
                    <a16:creationId xmlns:a16="http://schemas.microsoft.com/office/drawing/2014/main" id="{84DB1BC2-B158-4DA5-9164-843E6B566C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376988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7" name="Freeform 69">
                <a:extLst>
                  <a:ext uri="{FF2B5EF4-FFF2-40B4-BE49-F238E27FC236}">
                    <a16:creationId xmlns:a16="http://schemas.microsoft.com/office/drawing/2014/main" id="{751FDE2E-D749-401E-B3BA-66B2F52318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6076" y="280988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8" name="Line 70">
                <a:extLst>
                  <a:ext uri="{FF2B5EF4-FFF2-40B4-BE49-F238E27FC236}">
                    <a16:creationId xmlns:a16="http://schemas.microsoft.com/office/drawing/2014/main" id="{49546377-E2EE-4854-AA84-5575789BAF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696076" y="280988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4FCC465-42B8-456F-951F-8C51A42F9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324466" y="457964"/>
              <a:ext cx="3838576" cy="5838297"/>
              <a:chOff x="8324466" y="457964"/>
              <a:chExt cx="3838576" cy="5838297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D7F8A9A-8A53-4FD3-855C-C49B035CE8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AC347F99-AC7C-4DB2-8AAF-9E2A7AE629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64" name="Freeform 64">
                  <a:extLst>
                    <a:ext uri="{FF2B5EF4-FFF2-40B4-BE49-F238E27FC236}">
                      <a16:creationId xmlns:a16="http://schemas.microsoft.com/office/drawing/2014/main" id="{89B06C37-E219-479D-B324-0DC7D056517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5" name="Freeform 81">
                  <a:extLst>
                    <a:ext uri="{FF2B5EF4-FFF2-40B4-BE49-F238E27FC236}">
                      <a16:creationId xmlns:a16="http://schemas.microsoft.com/office/drawing/2014/main" id="{29A1D878-CEA2-41DC-8638-A852316726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6" name="Freeform 61">
                  <a:extLst>
                    <a:ext uri="{FF2B5EF4-FFF2-40B4-BE49-F238E27FC236}">
                      <a16:creationId xmlns:a16="http://schemas.microsoft.com/office/drawing/2014/main" id="{99394209-57ED-4126-A8DC-0862D1FA11E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7" name="Freeform 78">
                  <a:extLst>
                    <a:ext uri="{FF2B5EF4-FFF2-40B4-BE49-F238E27FC236}">
                      <a16:creationId xmlns:a16="http://schemas.microsoft.com/office/drawing/2014/main" id="{A48B0004-4618-4D71-88D1-A2FEE4F0AD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8" name="Freeform 84">
                  <a:extLst>
                    <a:ext uri="{FF2B5EF4-FFF2-40B4-BE49-F238E27FC236}">
                      <a16:creationId xmlns:a16="http://schemas.microsoft.com/office/drawing/2014/main" id="{4D1C172B-2446-428A-A518-FE1B5FCE0D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9" name="Freeform 87">
                  <a:extLst>
                    <a:ext uri="{FF2B5EF4-FFF2-40B4-BE49-F238E27FC236}">
                      <a16:creationId xmlns:a16="http://schemas.microsoft.com/office/drawing/2014/main" id="{E359C795-FCC1-401F-B0B6-F722AE632A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0" name="Freeform 60">
                  <a:extLst>
                    <a:ext uri="{FF2B5EF4-FFF2-40B4-BE49-F238E27FC236}">
                      <a16:creationId xmlns:a16="http://schemas.microsoft.com/office/drawing/2014/main" id="{8260D102-71BB-497E-A5CF-743FB59874D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1" name="Freeform 59">
                  <a:extLst>
                    <a:ext uri="{FF2B5EF4-FFF2-40B4-BE49-F238E27FC236}">
                      <a16:creationId xmlns:a16="http://schemas.microsoft.com/office/drawing/2014/main" id="{811E3D98-A5FB-4BDE-A07D-A03EB898C67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2" name="Freeform 62">
                  <a:extLst>
                    <a:ext uri="{FF2B5EF4-FFF2-40B4-BE49-F238E27FC236}">
                      <a16:creationId xmlns:a16="http://schemas.microsoft.com/office/drawing/2014/main" id="{9E48CE7F-B4EF-4629-8706-6838C171EF0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3" name="Freeform 65">
                  <a:extLst>
                    <a:ext uri="{FF2B5EF4-FFF2-40B4-BE49-F238E27FC236}">
                      <a16:creationId xmlns:a16="http://schemas.microsoft.com/office/drawing/2014/main" id="{C8EBC77A-0887-4128-A73B-2C0165C6F94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4" name="Freeform 79">
                  <a:extLst>
                    <a:ext uri="{FF2B5EF4-FFF2-40B4-BE49-F238E27FC236}">
                      <a16:creationId xmlns:a16="http://schemas.microsoft.com/office/drawing/2014/main" id="{7AF3D400-AAAA-47BD-922E-AA3A2AFA30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5" name="Freeform 82">
                  <a:extLst>
                    <a:ext uri="{FF2B5EF4-FFF2-40B4-BE49-F238E27FC236}">
                      <a16:creationId xmlns:a16="http://schemas.microsoft.com/office/drawing/2014/main" id="{B0A3E6A0-609D-427D-9D34-E7CF184B453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6" name="Freeform 85">
                  <a:extLst>
                    <a:ext uri="{FF2B5EF4-FFF2-40B4-BE49-F238E27FC236}">
                      <a16:creationId xmlns:a16="http://schemas.microsoft.com/office/drawing/2014/main" id="{DDE08965-A3F4-426A-924B-102A6F6FE2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7" name="Freeform 88">
                  <a:extLst>
                    <a:ext uri="{FF2B5EF4-FFF2-40B4-BE49-F238E27FC236}">
                      <a16:creationId xmlns:a16="http://schemas.microsoft.com/office/drawing/2014/main" id="{13FA8E6E-7F53-47E9-9BF8-1CD3130F42B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7A8A9991-EF8F-4128-9DB7-A2FA8CF2F6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79" name="Line 63">
                    <a:extLst>
                      <a:ext uri="{FF2B5EF4-FFF2-40B4-BE49-F238E27FC236}">
                        <a16:creationId xmlns:a16="http://schemas.microsoft.com/office/drawing/2014/main" id="{41E966B6-186E-4D17-B570-969B6951AC0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0" name="Line 66">
                    <a:extLst>
                      <a:ext uri="{FF2B5EF4-FFF2-40B4-BE49-F238E27FC236}">
                        <a16:creationId xmlns:a16="http://schemas.microsoft.com/office/drawing/2014/main" id="{918B08AD-5F3C-4FC5-8998-8524763C750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1" name="Line 67">
                    <a:extLst>
                      <a:ext uri="{FF2B5EF4-FFF2-40B4-BE49-F238E27FC236}">
                        <a16:creationId xmlns:a16="http://schemas.microsoft.com/office/drawing/2014/main" id="{EDF72260-B0A1-47A1-9459-FDF4600ACA6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2" name="Line 80">
                    <a:extLst>
                      <a:ext uri="{FF2B5EF4-FFF2-40B4-BE49-F238E27FC236}">
                        <a16:creationId xmlns:a16="http://schemas.microsoft.com/office/drawing/2014/main" id="{C6A7FA58-53F7-4C2F-96D5-E97BB3CC679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3" name="Line 83">
                    <a:extLst>
                      <a:ext uri="{FF2B5EF4-FFF2-40B4-BE49-F238E27FC236}">
                        <a16:creationId xmlns:a16="http://schemas.microsoft.com/office/drawing/2014/main" id="{1B986617-481E-450F-8FAD-CA3086A3E0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4" name="Line 86">
                    <a:extLst>
                      <a:ext uri="{FF2B5EF4-FFF2-40B4-BE49-F238E27FC236}">
                        <a16:creationId xmlns:a16="http://schemas.microsoft.com/office/drawing/2014/main" id="{4D24CAEB-B2FE-4796-8E6E-DB5148C380F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5" name="Line 89">
                    <a:extLst>
                      <a:ext uri="{FF2B5EF4-FFF2-40B4-BE49-F238E27FC236}">
                        <a16:creationId xmlns:a16="http://schemas.microsoft.com/office/drawing/2014/main" id="{3D577B03-E6D9-4FFA-A799-E504CBF8D71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43509C13-FDEE-45B0-B954-D80D6F38F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21FF647D-8D8A-43E8-A2E2-46D1117839F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7B8728B-0A45-4551-99F0-CF33B850DA5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CCFAA15D-9EFC-4A70-AC98-CB3EF00C3A4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2" name="Rectangle 30">
                    <a:extLst>
                      <a:ext uri="{FF2B5EF4-FFF2-40B4-BE49-F238E27FC236}">
                        <a16:creationId xmlns:a16="http://schemas.microsoft.com/office/drawing/2014/main" id="{AD80CCBD-3F02-48A0-A24E-5971D229517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3" name="Rectangle 30">
                    <a:extLst>
                      <a:ext uri="{FF2B5EF4-FFF2-40B4-BE49-F238E27FC236}">
                        <a16:creationId xmlns:a16="http://schemas.microsoft.com/office/drawing/2014/main" id="{AB5B7D34-5A4E-48DE-8893-0F022E4CC95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2341ADC6-0CC2-46C0-BA6F-9D99136698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A93316DB-546B-41BA-AD1B-94D5C467023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35105C82-44C4-41C2-96AE-ADE6DD1D712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A7A634F2-054C-4614-9ECB-96BE809893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1764AB7F-1912-4909-A04A-C8D125467E1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54" name="Freeform 68">
                    <a:extLst>
                      <a:ext uri="{FF2B5EF4-FFF2-40B4-BE49-F238E27FC236}">
                        <a16:creationId xmlns:a16="http://schemas.microsoft.com/office/drawing/2014/main" id="{6B93639B-DE1C-4A46-A4B5-B88FD6FC201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55" name="Freeform 69">
                    <a:extLst>
                      <a:ext uri="{FF2B5EF4-FFF2-40B4-BE49-F238E27FC236}">
                        <a16:creationId xmlns:a16="http://schemas.microsoft.com/office/drawing/2014/main" id="{A6C5D17F-13E7-4861-A839-3C56ABD56C4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53" name="Line 70">
                  <a:extLst>
                    <a:ext uri="{FF2B5EF4-FFF2-40B4-BE49-F238E27FC236}">
                      <a16:creationId xmlns:a16="http://schemas.microsoft.com/office/drawing/2014/main" id="{1C343C91-0F9E-4530-939D-2D9F15DF4A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2109E9F-E572-4202-B7A6-630155DD5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6153976" y="534249"/>
              <a:ext cx="3838576" cy="5838297"/>
              <a:chOff x="8324466" y="457964"/>
              <a:chExt cx="3838576" cy="5838297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4FF54B2-44F5-42F7-8353-111D80A8D2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19A2BBF4-4F54-4179-B672-AD4C8D58A3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26" name="Freeform 64">
                  <a:extLst>
                    <a:ext uri="{FF2B5EF4-FFF2-40B4-BE49-F238E27FC236}">
                      <a16:creationId xmlns:a16="http://schemas.microsoft.com/office/drawing/2014/main" id="{2F2D95CF-DAE2-4601-B9A6-233F4F2F30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7" name="Freeform 81">
                  <a:extLst>
                    <a:ext uri="{FF2B5EF4-FFF2-40B4-BE49-F238E27FC236}">
                      <a16:creationId xmlns:a16="http://schemas.microsoft.com/office/drawing/2014/main" id="{3CD52B72-C30B-4570-A8AB-78CB884F8D0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Freeform 61">
                  <a:extLst>
                    <a:ext uri="{FF2B5EF4-FFF2-40B4-BE49-F238E27FC236}">
                      <a16:creationId xmlns:a16="http://schemas.microsoft.com/office/drawing/2014/main" id="{696A9FBF-C89D-4CF9-A1DC-C0275A3B326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" name="Freeform 78">
                  <a:extLst>
                    <a:ext uri="{FF2B5EF4-FFF2-40B4-BE49-F238E27FC236}">
                      <a16:creationId xmlns:a16="http://schemas.microsoft.com/office/drawing/2014/main" id="{C50B0ACE-17B4-4F11-BA43-0159796B83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0" name="Freeform 84">
                  <a:extLst>
                    <a:ext uri="{FF2B5EF4-FFF2-40B4-BE49-F238E27FC236}">
                      <a16:creationId xmlns:a16="http://schemas.microsoft.com/office/drawing/2014/main" id="{F0346B01-7019-48B2-9BE7-3E90F590FD6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1" name="Freeform 87">
                  <a:extLst>
                    <a:ext uri="{FF2B5EF4-FFF2-40B4-BE49-F238E27FC236}">
                      <a16:creationId xmlns:a16="http://schemas.microsoft.com/office/drawing/2014/main" id="{5C186E4B-7559-4E95-9BDD-7DA75E0873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2" name="Freeform 60">
                  <a:extLst>
                    <a:ext uri="{FF2B5EF4-FFF2-40B4-BE49-F238E27FC236}">
                      <a16:creationId xmlns:a16="http://schemas.microsoft.com/office/drawing/2014/main" id="{4FFE117A-211E-4BD5-AB76-05026DEC6B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3" name="Freeform 59">
                  <a:extLst>
                    <a:ext uri="{FF2B5EF4-FFF2-40B4-BE49-F238E27FC236}">
                      <a16:creationId xmlns:a16="http://schemas.microsoft.com/office/drawing/2014/main" id="{5CC0C412-2859-4E97-924F-291318E6AD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4" name="Freeform 62">
                  <a:extLst>
                    <a:ext uri="{FF2B5EF4-FFF2-40B4-BE49-F238E27FC236}">
                      <a16:creationId xmlns:a16="http://schemas.microsoft.com/office/drawing/2014/main" id="{AECE441C-0FBF-4F02-9781-35F2487E3C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5" name="Freeform 65">
                  <a:extLst>
                    <a:ext uri="{FF2B5EF4-FFF2-40B4-BE49-F238E27FC236}">
                      <a16:creationId xmlns:a16="http://schemas.microsoft.com/office/drawing/2014/main" id="{951A4317-3E34-41B4-BCD9-E6E0627C18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6" name="Freeform 79">
                  <a:extLst>
                    <a:ext uri="{FF2B5EF4-FFF2-40B4-BE49-F238E27FC236}">
                      <a16:creationId xmlns:a16="http://schemas.microsoft.com/office/drawing/2014/main" id="{CE2D40E4-274B-4D43-801B-7B3BAF03E45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7" name="Freeform 82">
                  <a:extLst>
                    <a:ext uri="{FF2B5EF4-FFF2-40B4-BE49-F238E27FC236}">
                      <a16:creationId xmlns:a16="http://schemas.microsoft.com/office/drawing/2014/main" id="{2D939FC8-6395-4DCB-B28C-2342BFB72F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8" name="Freeform 85">
                  <a:extLst>
                    <a:ext uri="{FF2B5EF4-FFF2-40B4-BE49-F238E27FC236}">
                      <a16:creationId xmlns:a16="http://schemas.microsoft.com/office/drawing/2014/main" id="{620FEEF2-AE91-48CA-8FE7-B50F83E1CF2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9" name="Freeform 88">
                  <a:extLst>
                    <a:ext uri="{FF2B5EF4-FFF2-40B4-BE49-F238E27FC236}">
                      <a16:creationId xmlns:a16="http://schemas.microsoft.com/office/drawing/2014/main" id="{27050D75-D26B-4BD3-A4A5-68DF13E9C1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37668160-F5BE-4756-B84F-C68992BC7A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41" name="Line 63">
                    <a:extLst>
                      <a:ext uri="{FF2B5EF4-FFF2-40B4-BE49-F238E27FC236}">
                        <a16:creationId xmlns:a16="http://schemas.microsoft.com/office/drawing/2014/main" id="{E7F90261-4A5A-4C39-B4B3-FEBED04E345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2" name="Line 66">
                    <a:extLst>
                      <a:ext uri="{FF2B5EF4-FFF2-40B4-BE49-F238E27FC236}">
                        <a16:creationId xmlns:a16="http://schemas.microsoft.com/office/drawing/2014/main" id="{71681E7C-A7E8-4F01-9001-3FD1105E1B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3" name="Line 67">
                    <a:extLst>
                      <a:ext uri="{FF2B5EF4-FFF2-40B4-BE49-F238E27FC236}">
                        <a16:creationId xmlns:a16="http://schemas.microsoft.com/office/drawing/2014/main" id="{901B0597-C838-4481-A49D-E8D85B631C7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4" name="Line 80">
                    <a:extLst>
                      <a:ext uri="{FF2B5EF4-FFF2-40B4-BE49-F238E27FC236}">
                        <a16:creationId xmlns:a16="http://schemas.microsoft.com/office/drawing/2014/main" id="{23C2B0BF-A329-4A97-B3D5-545BC6813E2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5" name="Line 83">
                    <a:extLst>
                      <a:ext uri="{FF2B5EF4-FFF2-40B4-BE49-F238E27FC236}">
                        <a16:creationId xmlns:a16="http://schemas.microsoft.com/office/drawing/2014/main" id="{DBCCCA80-4FEE-4C79-8AF3-66B97054C84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6" name="Line 86">
                    <a:extLst>
                      <a:ext uri="{FF2B5EF4-FFF2-40B4-BE49-F238E27FC236}">
                        <a16:creationId xmlns:a16="http://schemas.microsoft.com/office/drawing/2014/main" id="{4B9AD13F-808D-4464-989B-F40B3E77B7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7" name="Line 89">
                    <a:extLst>
                      <a:ext uri="{FF2B5EF4-FFF2-40B4-BE49-F238E27FC236}">
                        <a16:creationId xmlns:a16="http://schemas.microsoft.com/office/drawing/2014/main" id="{076473B5-E30F-4635-8789-51368A971BD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EF568995-35CF-4C80-A63C-82B47F1BA1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99432608-19E2-4A3E-A68B-45C8E5DD47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127A2810-84DE-450A-986B-DE8AF8AE6F1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1A56ED6A-BBD4-4005-A99D-65BCF8047CC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Rectangle 30">
                    <a:extLst>
                      <a:ext uri="{FF2B5EF4-FFF2-40B4-BE49-F238E27FC236}">
                        <a16:creationId xmlns:a16="http://schemas.microsoft.com/office/drawing/2014/main" id="{CFC0629C-AFCE-4D39-87D5-36EF1FE5CF8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5" name="Rectangle 30">
                    <a:extLst>
                      <a:ext uri="{FF2B5EF4-FFF2-40B4-BE49-F238E27FC236}">
                        <a16:creationId xmlns:a16="http://schemas.microsoft.com/office/drawing/2014/main" id="{81F3517A-93AD-4DF3-BEC7-E607A73E5E2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4CBBC251-E8DD-438C-8733-7D65F461A44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6A94A4D4-EFFA-4AE2-B533-75F01F0F006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1F4B0E1D-2F9C-444A-ADBA-BDE9F01D8DD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5F5ACA0E-A5DF-4015-8FD4-FA7A53E9D1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5A4DCFFD-FD3C-42EA-862E-5B792D9020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" name="Freeform 68">
                    <a:extLst>
                      <a:ext uri="{FF2B5EF4-FFF2-40B4-BE49-F238E27FC236}">
                        <a16:creationId xmlns:a16="http://schemas.microsoft.com/office/drawing/2014/main" id="{0089A8F3-7530-4C17-848C-580015C3EDC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7" name="Freeform 69">
                    <a:extLst>
                      <a:ext uri="{FF2B5EF4-FFF2-40B4-BE49-F238E27FC236}">
                        <a16:creationId xmlns:a16="http://schemas.microsoft.com/office/drawing/2014/main" id="{61D8EA0C-1521-4C6D-8C09-DD6D8F1F221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5" name="Line 70">
                  <a:extLst>
                    <a:ext uri="{FF2B5EF4-FFF2-40B4-BE49-F238E27FC236}">
                      <a16:creationId xmlns:a16="http://schemas.microsoft.com/office/drawing/2014/main" id="{517033B6-6B8A-4BD6-9A52-BF9E9EFBD48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229122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999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9" r:id="rId14"/>
    <p:sldLayoutId id="2147483717" r:id="rId15"/>
    <p:sldLayoutId id="2147483672" r:id="rId16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37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680">
          <p15:clr>
            <a:srgbClr val="F26B43"/>
          </p15:clr>
        </p15:guide>
        <p15:guide id="4" pos="7000">
          <p15:clr>
            <a:srgbClr val="F26B43"/>
          </p15:clr>
        </p15:guide>
        <p15:guide id="5" orient="horz" pos="679">
          <p15:clr>
            <a:srgbClr val="F26B43"/>
          </p15:clr>
        </p15:guide>
        <p15:guide id="6" orient="horz" pos="3640">
          <p15:clr>
            <a:srgbClr val="F26B43"/>
          </p15:clr>
        </p15:guide>
        <p15:guide id="7" pos="6644">
          <p15:clr>
            <a:srgbClr val="F26B43"/>
          </p15:clr>
        </p15:guide>
        <p15:guide id="8" pos="6289">
          <p15:clr>
            <a:srgbClr val="F26B43"/>
          </p15:clr>
        </p15:guide>
        <p15:guide id="9" pos="5945">
          <p15:clr>
            <a:srgbClr val="F26B43"/>
          </p15:clr>
        </p15:guide>
        <p15:guide id="10" pos="1391">
          <p15:clr>
            <a:srgbClr val="F26B43"/>
          </p15:clr>
        </p15:guide>
        <p15:guide id="11" pos="1032">
          <p15:clr>
            <a:srgbClr val="F26B43"/>
          </p15:clr>
        </p15:guide>
        <p15:guide id="12" pos="1732">
          <p15:clr>
            <a:srgbClr val="F26B43"/>
          </p15:clr>
        </p15:guide>
        <p15:guide id="13" pos="2084">
          <p15:clr>
            <a:srgbClr val="F26B43"/>
          </p15:clr>
        </p15:guide>
        <p15:guide id="14" pos="5596">
          <p15:clr>
            <a:srgbClr val="F26B43"/>
          </p15:clr>
        </p15:guide>
        <p15:guide id="15" pos="2436">
          <p15:clr>
            <a:srgbClr val="F26B43"/>
          </p15:clr>
        </p15:guide>
        <p15:guide id="16" pos="5244">
          <p15:clr>
            <a:srgbClr val="F26B43"/>
          </p15:clr>
        </p15:guide>
        <p15:guide id="17" pos="2792">
          <p15:clr>
            <a:srgbClr val="F26B43"/>
          </p15:clr>
        </p15:guide>
        <p15:guide id="18" pos="4892">
          <p15:clr>
            <a:srgbClr val="F26B43"/>
          </p15:clr>
        </p15:guide>
        <p15:guide id="19" pos="4543">
          <p15:clr>
            <a:srgbClr val="F26B43"/>
          </p15:clr>
        </p15:guide>
        <p15:guide id="20" pos="3488">
          <p15:clr>
            <a:srgbClr val="F26B43"/>
          </p15:clr>
        </p15:guide>
        <p15:guide id="21" pos="4192">
          <p15:clr>
            <a:srgbClr val="F26B43"/>
          </p15:clr>
        </p15:guide>
        <p15:guide id="22" pos="3840">
          <p15:clr>
            <a:srgbClr val="F26B43"/>
          </p15:clr>
        </p15:guide>
        <p15:guide id="23" pos="340">
          <p15:clr>
            <a:srgbClr val="A4A3A4"/>
          </p15:clr>
        </p15:guide>
        <p15:guide id="24" pos="7340">
          <p15:clr>
            <a:srgbClr val="A4A3A4"/>
          </p15:clr>
        </p15:guide>
        <p15:guide id="25" orient="horz" pos="1062">
          <p15:clr>
            <a:srgbClr val="5ACBF0"/>
          </p15:clr>
        </p15:guide>
        <p15:guide id="26" orient="horz" pos="3982">
          <p15:clr>
            <a:srgbClr val="A4A3A4"/>
          </p15:clr>
        </p15:guide>
        <p15:guide id="27" orient="horz" pos="338">
          <p15:clr>
            <a:srgbClr val="A4A3A4"/>
          </p15:clr>
        </p15:guide>
        <p15:guide id="28" orient="horz" pos="950">
          <p15:clr>
            <a:srgbClr val="5ACBF0"/>
          </p15:clr>
        </p15:guide>
        <p15:guide id="29" orient="horz" pos="249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FD131-468D-CCE0-6203-D7F7269E2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Zero Downtime Web Application 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A69E2-8578-443C-D842-CA7B44EC6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757" y="290946"/>
            <a:ext cx="11540882" cy="6171766"/>
          </a:xfrm>
        </p:spPr>
        <p:txBody>
          <a:bodyPr/>
          <a:lstStyle/>
          <a:p>
            <a:pPr algn="r"/>
            <a:endParaRPr lang="en-IN" dirty="0"/>
          </a:p>
          <a:p>
            <a:pPr algn="r"/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endParaRPr lang="en-IN" dirty="0"/>
          </a:p>
          <a:p>
            <a:pPr algn="r"/>
            <a:endParaRPr lang="en-IN" dirty="0"/>
          </a:p>
          <a:p>
            <a:pPr algn="r"/>
            <a:endParaRPr lang="en-IN" dirty="0"/>
          </a:p>
          <a:p>
            <a:pPr algn="r"/>
            <a:endParaRPr lang="en-IN" dirty="0"/>
          </a:p>
          <a:p>
            <a:pPr marL="0" indent="0" algn="r">
              <a:buNone/>
            </a:pPr>
            <a:endParaRPr lang="en-IN" dirty="0"/>
          </a:p>
          <a:p>
            <a:pPr marL="0" indent="0" algn="r">
              <a:buNone/>
            </a:pPr>
            <a:r>
              <a:rPr lang="en-IN" dirty="0"/>
              <a:t>- </a:t>
            </a: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 guidance of prof. Dhiraj </a:t>
            </a:r>
            <a:r>
              <a:rPr lang="en-IN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Kharade</a:t>
            </a: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Prof. Shraddha Panchal </a:t>
            </a:r>
          </a:p>
          <a:p>
            <a:pPr marL="0" indent="0" algn="r">
              <a:buNone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Presented by TRUPTI PURANIK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69D16E2-57DA-6168-38B3-3A23E41877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8710" y="2202873"/>
            <a:ext cx="3304308" cy="2035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359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83" y="-310985"/>
            <a:ext cx="3389065" cy="1847528"/>
          </a:xfrm>
        </p:spPr>
        <p:txBody>
          <a:bodyPr wrap="square" anchor="b">
            <a:normAutofit/>
          </a:bodyPr>
          <a:lstStyle/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49383" y="1748083"/>
            <a:ext cx="4429535" cy="4320208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Aim And Objectives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 and Technologies used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 Implementation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  <a:p>
            <a:pPr algn="l"/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DA187B66-341D-D83A-639F-F9D204B6949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8023" r="2677"/>
          <a:stretch>
            <a:fillRect/>
          </a:stretch>
        </p:blipFill>
        <p:spPr>
          <a:xfrm>
            <a:off x="4270663" y="0"/>
            <a:ext cx="8063346" cy="6857999"/>
          </a:xfrm>
        </p:spPr>
      </p:pic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6790E-1D30-0962-88D2-B8C31ADD3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200" y="108155"/>
            <a:ext cx="7977600" cy="1258529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  <a:endParaRPr lang="en-IN" sz="4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D42224-BC67-AADA-5CA6-3714C38C05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0244" y="2097307"/>
            <a:ext cx="9767923" cy="4195338"/>
          </a:xfrm>
        </p:spPr>
        <p:txBody>
          <a:bodyPr/>
          <a:lstStyle/>
          <a:p>
            <a:pPr marL="457200" indent="-457200" algn="l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rely on web application for continuous service.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Short downtime can cause financial loss.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AWS ensures high availability and reliability through its cloud infrastructure.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0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BAE51-1307-B840-D5A6-E0C609028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AIM AND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A606A-6ACF-B885-6E95-28EC76BF3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AIM:</a:t>
            </a:r>
          </a:p>
          <a:p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Deploy a zero downtime web application using AWS services</a:t>
            </a:r>
          </a:p>
          <a:p>
            <a:pPr marL="0" indent="0">
              <a:buNone/>
            </a:pPr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OBJECTIVES:</a:t>
            </a:r>
          </a:p>
          <a:p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Host Web App using EC2 and RDS</a:t>
            </a:r>
          </a:p>
          <a:p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 ALB for Load distribution.</a:t>
            </a:r>
          </a:p>
          <a:p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Configure autoscaling for dynamic scaling.</a:t>
            </a:r>
          </a:p>
          <a:p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CloudWatch for monitoring</a:t>
            </a:r>
            <a:r>
              <a:rPr lang="en-IN" sz="3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7227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F2D20-29FA-2BF6-437C-2827F725A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664" y="0"/>
            <a:ext cx="10213200" cy="1112836"/>
          </a:xfrm>
        </p:spPr>
        <p:txBody>
          <a:bodyPr/>
          <a:lstStyle/>
          <a:p>
            <a:pPr algn="ctr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 AND TECHNOLOGIES USED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B0EDC04-52DF-613A-CE07-65422D96F3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69954" y="1597354"/>
            <a:ext cx="9952227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Hosting the application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RDS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Database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 Load Balancer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Traffic distribution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 Scaling Group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Scaling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CloudWatch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Monitoring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IAM, Security Groups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Access &amp; networking</a:t>
            </a:r>
          </a:p>
        </p:txBody>
      </p:sp>
    </p:spTree>
    <p:extLst>
      <p:ext uri="{BB962C8B-B14F-4D97-AF65-F5344CB8AC3E}">
        <p14:creationId xmlns:p14="http://schemas.microsoft.com/office/powerpoint/2010/main" val="4104956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F487F-A6F9-1079-28E2-23351AF7D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260207"/>
            <a:ext cx="10213200" cy="111283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FB908-D885-A2D9-B33A-3B524DBD8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400" y="1756065"/>
            <a:ext cx="10213200" cy="438568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• </a:t>
            </a:r>
            <a:r>
              <a:rPr lang="en-IN" b="1" dirty="0"/>
              <a:t>EC2 Setup</a:t>
            </a:r>
            <a:r>
              <a:rPr lang="en-IN" dirty="0"/>
              <a:t>: Launch instances with Apache, PHP, and web app.</a:t>
            </a:r>
          </a:p>
          <a:p>
            <a:pPr marL="0" indent="0">
              <a:buNone/>
            </a:pPr>
            <a:r>
              <a:rPr lang="en-IN" dirty="0"/>
              <a:t>• </a:t>
            </a:r>
            <a:r>
              <a:rPr lang="en-IN" b="1" dirty="0"/>
              <a:t>RDS</a:t>
            </a:r>
            <a:r>
              <a:rPr lang="en-IN" dirty="0"/>
              <a:t>: Configure managed MySQL database.</a:t>
            </a:r>
          </a:p>
          <a:p>
            <a:pPr marL="0" indent="0">
              <a:buNone/>
            </a:pPr>
            <a:r>
              <a:rPr lang="en-IN" dirty="0"/>
              <a:t>• </a:t>
            </a:r>
            <a:r>
              <a:rPr lang="en-IN" b="1" dirty="0"/>
              <a:t>ALB</a:t>
            </a:r>
            <a:r>
              <a:rPr lang="en-IN" dirty="0"/>
              <a:t>: Distribute traffic across healthy EC2s.</a:t>
            </a:r>
          </a:p>
          <a:p>
            <a:pPr marL="0" indent="0">
              <a:buNone/>
            </a:pPr>
            <a:r>
              <a:rPr lang="en-IN" dirty="0"/>
              <a:t>• </a:t>
            </a:r>
            <a:r>
              <a:rPr lang="en-IN" b="1" dirty="0"/>
              <a:t>Auto Scaling</a:t>
            </a:r>
            <a:r>
              <a:rPr lang="en-IN" dirty="0"/>
              <a:t>: Adjust instance count automatically.</a:t>
            </a:r>
          </a:p>
          <a:p>
            <a:pPr marL="0" indent="0">
              <a:buNone/>
            </a:pPr>
            <a:r>
              <a:rPr lang="en-IN" dirty="0"/>
              <a:t>• </a:t>
            </a:r>
            <a:r>
              <a:rPr lang="en-IN" b="1" dirty="0"/>
              <a:t>Validation</a:t>
            </a:r>
            <a:r>
              <a:rPr lang="en-IN" dirty="0"/>
              <a:t>: Terminate instance and verify uninterrupted access.</a:t>
            </a:r>
          </a:p>
        </p:txBody>
      </p:sp>
    </p:spTree>
    <p:extLst>
      <p:ext uri="{BB962C8B-B14F-4D97-AF65-F5344CB8AC3E}">
        <p14:creationId xmlns:p14="http://schemas.microsoft.com/office/powerpoint/2010/main" val="3152958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3E212-563B-16C0-216D-F8D0E906B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088" y="384464"/>
            <a:ext cx="3389065" cy="5631871"/>
          </a:xfrm>
        </p:spPr>
        <p:txBody>
          <a:bodyPr/>
          <a:lstStyle/>
          <a:p>
            <a:pPr algn="l"/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EC2 Setup:</a:t>
            </a:r>
            <a:b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Data:</a:t>
            </a:r>
            <a:b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#!/bin/bash</a:t>
            </a:r>
            <a:b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yum update –y</a:t>
            </a:r>
            <a:b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yum install -y httpd </a:t>
            </a: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php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php-mysqlnd</a:t>
            </a:r>
            <a:b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systemctl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start httpd</a:t>
            </a:r>
            <a:b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systemctl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enable httpd</a:t>
            </a:r>
            <a:b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dirty="0"/>
            </a:br>
            <a:endParaRPr lang="en-IN" dirty="0"/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C99FBCE0-A66C-A96D-8BB3-8FCE3215A7C7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4897582" y="950483"/>
            <a:ext cx="7294418" cy="4779819"/>
          </a:xfrm>
        </p:spPr>
      </p:pic>
    </p:spTree>
    <p:extLst>
      <p:ext uri="{BB962C8B-B14F-4D97-AF65-F5344CB8AC3E}">
        <p14:creationId xmlns:p14="http://schemas.microsoft.com/office/powerpoint/2010/main" val="836256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9F86E-05A0-A853-08BD-3303D60F7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 The Web Application </a:t>
            </a:r>
            <a:br>
              <a:rPr lang="en-IN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verifies that the EC2 instance is correctly </a:t>
            </a: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configured,the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web server is running ,and the instance is </a:t>
            </a: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publically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accessible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68B2DC-EDB2-625A-A4EB-F4B6165EB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77982"/>
            <a:ext cx="5850081" cy="4655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973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F8A3D-E6CF-F7F3-7571-DCFFDAFD0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64" y="103909"/>
            <a:ext cx="5202381" cy="6847609"/>
          </a:xfrm>
        </p:spPr>
        <p:txBody>
          <a:bodyPr/>
          <a:lstStyle/>
          <a:p>
            <a:pPr algn="l"/>
            <a:r>
              <a:rPr lang="en-IN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RDS MySQL Instance</a:t>
            </a:r>
            <a:br>
              <a:rPr lang="en-IN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Console: RDS → Databases → Create database</a:t>
            </a:r>
            <a:b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 : Engine :  </a:t>
            </a: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PostreSQL</a:t>
            </a:r>
            <a:b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 name :  </a:t>
            </a: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mytestdb</a:t>
            </a:r>
            <a:b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Credentials : admin / </a:t>
            </a: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YourPassword</a:t>
            </a:r>
            <a:b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Choose Multi-AZ (optional) for higher availability</a:t>
            </a:r>
            <a:b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endParaRPr lang="en-IN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008825-1F58-93E9-4FC4-C15153DDF1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272"/>
          <a:stretch>
            <a:fillRect/>
          </a:stretch>
        </p:blipFill>
        <p:spPr>
          <a:xfrm>
            <a:off x="5320145" y="103909"/>
            <a:ext cx="6754091" cy="6754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404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AD912-4457-B06C-B937-E6EB20E09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435" y="95480"/>
            <a:ext cx="3389065" cy="1034597"/>
          </a:xfrm>
        </p:spPr>
        <p:txBody>
          <a:bodyPr/>
          <a:lstStyle/>
          <a:p>
            <a:r>
              <a:rPr lang="en-IN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Connect to EC2 Instance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A7546-D9CC-E4C0-324C-73C83268DE6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0" y="1465118"/>
            <a:ext cx="4436918" cy="5392882"/>
          </a:xfrm>
        </p:spPr>
        <p:txBody>
          <a:bodyPr>
            <a:normAutofit/>
          </a:bodyPr>
          <a:lstStyle/>
          <a:p>
            <a:pPr marL="342900" lvl="0" indent="-342900" algn="l" fontAlgn="base">
              <a:buFont typeface="Arial" panose="020B0604020202020204" pitchFamily="34" charset="0"/>
              <a:buChar char="•"/>
            </a:pPr>
            <a:r>
              <a:rPr lang="en-IN" dirty="0"/>
              <a:t>Go to </a:t>
            </a:r>
            <a:r>
              <a:rPr lang="en-IN" b="1" dirty="0"/>
              <a:t>AWS Console → EC2 → Instances → Select your instance → Connect.</a:t>
            </a:r>
            <a:r>
              <a:rPr lang="en-IN" dirty="0"/>
              <a:t> </a:t>
            </a:r>
          </a:p>
          <a:p>
            <a:pPr marL="342900" lvl="0" indent="-342900" algn="l" fontAlgn="base">
              <a:buFont typeface="Arial" panose="020B0604020202020204" pitchFamily="34" charset="0"/>
              <a:buChar char="•"/>
            </a:pPr>
            <a:r>
              <a:rPr lang="en-IN" dirty="0"/>
              <a:t>Choose the </a:t>
            </a:r>
            <a:r>
              <a:rPr lang="en-IN" b="1" dirty="0"/>
              <a:t>SSH client option.</a:t>
            </a:r>
            <a:r>
              <a:rPr lang="en-IN" dirty="0"/>
              <a:t> </a:t>
            </a:r>
          </a:p>
          <a:p>
            <a:pPr marL="342900" lvl="0" indent="-342900" algn="l" fontAlgn="base">
              <a:buFont typeface="Arial" panose="020B0604020202020204" pitchFamily="34" charset="0"/>
              <a:buChar char="•"/>
            </a:pPr>
            <a:r>
              <a:rPr lang="en-IN" dirty="0"/>
              <a:t>Once connected, you will see the EC2 command line prompt. </a:t>
            </a:r>
          </a:p>
          <a:p>
            <a:pPr marL="342900" lvl="0" indent="-342900" algn="l" fontAlgn="base">
              <a:buFont typeface="Arial" panose="020B0604020202020204" pitchFamily="34" charset="0"/>
              <a:buChar char="•"/>
            </a:pPr>
            <a:r>
              <a:rPr lang="en-IN" dirty="0"/>
              <a:t>navigate to the folder where your website files will be stored: </a:t>
            </a:r>
          </a:p>
          <a:p>
            <a:endParaRPr lang="en-IN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5724D761-7767-9E1E-B541-2526A2E1B50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-320" r="47155" b="734"/>
          <a:stretch>
            <a:fillRect/>
          </a:stretch>
        </p:blipFill>
        <p:spPr>
          <a:xfrm>
            <a:off x="4599443" y="328661"/>
            <a:ext cx="7346373" cy="5975057"/>
          </a:xfrm>
        </p:spPr>
      </p:pic>
    </p:spTree>
    <p:extLst>
      <p:ext uri="{BB962C8B-B14F-4D97-AF65-F5344CB8AC3E}">
        <p14:creationId xmlns:p14="http://schemas.microsoft.com/office/powerpoint/2010/main" val="2198169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B7C2F-E899-39DB-C141-561899660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643" y="135082"/>
            <a:ext cx="5170860" cy="6452754"/>
          </a:xfrm>
        </p:spPr>
        <p:txBody>
          <a:bodyPr/>
          <a:lstStyle/>
          <a:p>
            <a:r>
              <a:rPr lang="en-IN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 Testing</a:t>
            </a:r>
            <a:br>
              <a:rPr lang="en-IN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your HTML form and PHP submission file inside</a:t>
            </a: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/var/www/html. </a:t>
            </a:r>
            <a:b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form.html</a:t>
            </a:r>
            <a:b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sudo</a:t>
            </a: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nano form.html </a:t>
            </a:r>
            <a:b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(b) Create </a:t>
            </a: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submit.php</a:t>
            </a:r>
            <a:b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sudo</a:t>
            </a: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nano </a:t>
            </a:r>
            <a:r>
              <a:rPr lang="en-IN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submit.php</a:t>
            </a: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Again paste your instance </a:t>
            </a: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ip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adding this “/form.html” and check your application is working or not. </a:t>
            </a:r>
            <a:b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92D67C2D-BF84-4076-6D31-52A9F4B1C40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6315" r="26338" b="2576"/>
          <a:stretch>
            <a:fillRect/>
          </a:stretch>
        </p:blipFill>
        <p:spPr>
          <a:xfrm>
            <a:off x="6384637" y="300219"/>
            <a:ext cx="5616864" cy="6130636"/>
          </a:xfrm>
        </p:spPr>
      </p:pic>
    </p:spTree>
    <p:extLst>
      <p:ext uri="{BB962C8B-B14F-4D97-AF65-F5344CB8AC3E}">
        <p14:creationId xmlns:p14="http://schemas.microsoft.com/office/powerpoint/2010/main" val="3907484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0E3BA-FAF4-6762-8BC2-6E571803E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07" y="83127"/>
            <a:ext cx="3389065" cy="1330037"/>
          </a:xfrm>
        </p:spPr>
        <p:txBody>
          <a:bodyPr/>
          <a:lstStyle/>
          <a:p>
            <a:pPr algn="l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Launch Template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41C7D-CFE9-C023-5961-A29F0D24030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32880" y="1679194"/>
            <a:ext cx="4052084" cy="4929424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Console:</a:t>
            </a: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EC2 → </a:t>
            </a:r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Launch Templates</a:t>
            </a: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Create Launch Template </a:t>
            </a:r>
          </a:p>
          <a:p>
            <a:pPr algn="l"/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Action:</a:t>
            </a: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Created Template-for-LB with same AMI, instance type, key pair, security group and user data configured earlier. </a:t>
            </a:r>
          </a:p>
          <a:p>
            <a:r>
              <a:rPr lang="en-IN" dirty="0"/>
              <a:t> </a:t>
            </a:r>
          </a:p>
          <a:p>
            <a:endParaRPr lang="en-IN" dirty="0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4DCB6FCA-4228-EDD2-A392-6A77ABEE2C6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12645" r="20811"/>
          <a:stretch>
            <a:fillRect/>
          </a:stretch>
        </p:blipFill>
        <p:spPr>
          <a:xfrm>
            <a:off x="4533899" y="637923"/>
            <a:ext cx="7658101" cy="5621482"/>
          </a:xfrm>
        </p:spPr>
      </p:pic>
    </p:spTree>
    <p:extLst>
      <p:ext uri="{BB962C8B-B14F-4D97-AF65-F5344CB8AC3E}">
        <p14:creationId xmlns:p14="http://schemas.microsoft.com/office/powerpoint/2010/main" val="3436567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11EA2-4F97-FBBE-2629-31EAA1022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07" y="249381"/>
            <a:ext cx="3389065" cy="999967"/>
          </a:xfrm>
        </p:spPr>
        <p:txBody>
          <a:bodyPr/>
          <a:lstStyle/>
          <a:p>
            <a:r>
              <a:rPr lang="en-IN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Target Group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D6E40-06C0-6C3F-26C2-61C871513FF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" y="1174173"/>
            <a:ext cx="4364182" cy="5434445"/>
          </a:xfrm>
        </p:spPr>
        <p:txBody>
          <a:bodyPr>
            <a:noAutofit/>
          </a:bodyPr>
          <a:lstStyle/>
          <a:p>
            <a:pPr lvl="0" algn="l" fontAlgn="base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 to EC2 → Load Balancing → Target Groups → Create Target Group. 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algn="l" fontAlgn="base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Choose Target Type: Instance and name it . </a:t>
            </a:r>
          </a:p>
          <a:p>
            <a:pPr marL="342900" lvl="0" indent="-342900" algn="l" fontAlgn="base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Once created, select the target group and register your EC2 instances by clicking on </a:t>
            </a:r>
            <a:r>
              <a:rPr lang="en-IN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“Register Targets.”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lvl="0" indent="-342900" algn="l" fontAlgn="base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Finally, click Include as pending below and then Register Pending Targets. </a:t>
            </a:r>
          </a:p>
          <a:p>
            <a:pPr algn="l"/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3190C89E-C1C0-495D-95F6-1B1B5892670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13492" t="3009" r="34050" b="1603"/>
          <a:stretch>
            <a:fillRect/>
          </a:stretch>
        </p:blipFill>
        <p:spPr>
          <a:xfrm>
            <a:off x="4979988" y="430521"/>
            <a:ext cx="6681704" cy="5741679"/>
          </a:xfrm>
        </p:spPr>
      </p:pic>
    </p:spTree>
    <p:extLst>
      <p:ext uri="{BB962C8B-B14F-4D97-AF65-F5344CB8AC3E}">
        <p14:creationId xmlns:p14="http://schemas.microsoft.com/office/powerpoint/2010/main" val="3830346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84FB8-EA1F-650B-B765-2A0294A49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07" y="72736"/>
            <a:ext cx="3389065" cy="1330037"/>
          </a:xfrm>
        </p:spPr>
        <p:txBody>
          <a:bodyPr/>
          <a:lstStyle/>
          <a:p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an Application Load Balancer (ALB) </a:t>
            </a:r>
            <a:b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19F6C-B5FF-0544-A84D-5F9CF56FD3D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66255" y="997528"/>
            <a:ext cx="4281054" cy="5631872"/>
          </a:xfrm>
        </p:spPr>
        <p:txBody>
          <a:bodyPr/>
          <a:lstStyle/>
          <a:p>
            <a:r>
              <a:rPr lang="en-IN" dirty="0"/>
              <a:t>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Application Load Balancer distributes incoming web traffic evenly across multiple EC2 instances. It ensures that even if one instance fails, the others continue serving users, maintaining zero downtime. </a:t>
            </a:r>
          </a:p>
          <a:p>
            <a:endParaRPr lang="en-IN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A969A4DA-FDCE-FF47-228E-AFECFF485E2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14841" t="185" r="25205" b="10814"/>
          <a:stretch>
            <a:fillRect/>
          </a:stretch>
        </p:blipFill>
        <p:spPr>
          <a:xfrm>
            <a:off x="4447309" y="228600"/>
            <a:ext cx="7834746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423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693D2-94D7-7A57-7229-31F55BC99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0936" y="171450"/>
            <a:ext cx="8647721" cy="54552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an Auto Scaling Group (ASG)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A12DB4-E5AC-3055-73A8-5CAA37F79AB6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/>
          <a:stretch>
            <a:fillRect/>
          </a:stretch>
        </p:blipFill>
        <p:spPr>
          <a:xfrm>
            <a:off x="1206858" y="1080653"/>
            <a:ext cx="10175875" cy="5491595"/>
          </a:xfrm>
        </p:spPr>
      </p:pic>
    </p:spTree>
    <p:extLst>
      <p:ext uri="{BB962C8B-B14F-4D97-AF65-F5344CB8AC3E}">
        <p14:creationId xmlns:p14="http://schemas.microsoft.com/office/powerpoint/2010/main" val="32659108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7D784-A991-89AB-4764-F018B8A8D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139" y="340302"/>
            <a:ext cx="8647721" cy="576696"/>
          </a:xfrm>
        </p:spPr>
        <p:txBody>
          <a:bodyPr>
            <a:noAutofit/>
          </a:bodyPr>
          <a:lstStyle/>
          <a:p>
            <a:pPr algn="ctr"/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Verify Auto Scaling and Load Balancer Integration 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B151D21-E8DF-07EB-B6D9-478FD861D7B0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/>
          <a:stretch>
            <a:fillRect/>
          </a:stretch>
        </p:blipFill>
        <p:spPr>
          <a:xfrm>
            <a:off x="945717" y="1184564"/>
            <a:ext cx="10300566" cy="5455225"/>
          </a:xfrm>
        </p:spPr>
      </p:pic>
    </p:spTree>
    <p:extLst>
      <p:ext uri="{BB962C8B-B14F-4D97-AF65-F5344CB8AC3E}">
        <p14:creationId xmlns:p14="http://schemas.microsoft.com/office/powerpoint/2010/main" val="32814065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E99DC-9FE8-266A-3272-1D4CD0511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0381" y="83127"/>
            <a:ext cx="8647721" cy="701387"/>
          </a:xfrm>
        </p:spPr>
        <p:txBody>
          <a:bodyPr/>
          <a:lstStyle/>
          <a:p>
            <a:pPr algn="ctr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Validate Zero Downtime 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176925D-9E13-63AD-FCDD-3AA0B1A6105C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/>
          <a:stretch>
            <a:fillRect/>
          </a:stretch>
        </p:blipFill>
        <p:spPr>
          <a:xfrm>
            <a:off x="632427" y="1091047"/>
            <a:ext cx="11171646" cy="5683826"/>
          </a:xfrm>
        </p:spPr>
      </p:pic>
    </p:spTree>
    <p:extLst>
      <p:ext uri="{BB962C8B-B14F-4D97-AF65-F5344CB8AC3E}">
        <p14:creationId xmlns:p14="http://schemas.microsoft.com/office/powerpoint/2010/main" val="10561055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3EA73-C13C-BEBB-B541-6908F0ED9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65792"/>
            <a:ext cx="10213200" cy="66659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  <a:endParaRPr lang="en-IN" sz="4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80D53-761C-AAE8-D596-4B04D0672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AWS services like EC2, RDS, Load Balancer, Auto Scaling, and CloudWatch, I successfully deployed a highly available web application.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system handled failures automatically without affecting users.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69635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3428" y="1198310"/>
            <a:ext cx="4132469" cy="2213542"/>
          </a:xfrm>
        </p:spPr>
        <p:txBody>
          <a:bodyPr wrap="square" anchor="b">
            <a:normAutofit/>
          </a:bodyPr>
          <a:lstStyle/>
          <a:p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103683689"/>
      </p:ext>
    </p:extLst>
  </p:cSld>
  <p:clrMapOvr>
    <a:masterClrMapping/>
  </p:clrMapOvr>
</p:sld>
</file>

<file path=ppt/theme/theme1.xml><?xml version="1.0" encoding="utf-8"?>
<a:theme xmlns:a="http://schemas.openxmlformats.org/drawingml/2006/main" name="FrostyVTI">
  <a:themeElements>
    <a:clrScheme name="Frosty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767E37"/>
      </a:accent1>
      <a:accent2>
        <a:srgbClr val="B495C2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8AE25C0-66E9-4E74-9814-75E5D2A6CAB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8954E08-A2C8-44D4-BABF-5531D0DF1F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FEDA63D-DE73-4ED5-BDF0-D3D9FD35E1E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Frosty design</Template>
  <TotalTime>374</TotalTime>
  <Words>625</Words>
  <Application>Microsoft Office PowerPoint</Application>
  <PresentationFormat>Widescreen</PresentationFormat>
  <Paragraphs>76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Avenir Next LT Pro</vt:lpstr>
      <vt:lpstr>Calibri</vt:lpstr>
      <vt:lpstr>Goudy Old Style</vt:lpstr>
      <vt:lpstr>Wingdings</vt:lpstr>
      <vt:lpstr>FrostyVTI</vt:lpstr>
      <vt:lpstr>Zero Downtime Web Application Deployment</vt:lpstr>
      <vt:lpstr>AGENDA</vt:lpstr>
      <vt:lpstr>INTRODUCTION</vt:lpstr>
      <vt:lpstr>AIM AND OBJECTIVES</vt:lpstr>
      <vt:lpstr>TOOLS AND TECHNOLOGIES USED</vt:lpstr>
      <vt:lpstr>WORK IMPLEMENTATION</vt:lpstr>
      <vt:lpstr>EC2 Setup:  User Data:                                             #!/bin/bash yum update –y yum install -y httpd php php-mysqlnd systemctl start httpd systemctl enable httpd   </vt:lpstr>
      <vt:lpstr>Access The Web Application   This verifies that the EC2 instance is correctly configured,the web server is running ,and the instance is publically accessible </vt:lpstr>
      <vt:lpstr>Create RDS MySQL Instance  Console: RDS → Databases → Create database  Action : Engine :  PostreSQL   Database name :  mytestdb  Credentials : admin / YourPassword  Choose Multi-AZ (optional) for higher availability     </vt:lpstr>
      <vt:lpstr>Connect to EC2 Instance </vt:lpstr>
      <vt:lpstr>Application Testing   create your HTML form and PHP submission file inside /var/www/html.   Create form.html sudo nano form.html  (b) Create submit.php  sudo nano submit.php   Again paste your instance ip adding this “/form.html” and check your application is working or not.  </vt:lpstr>
      <vt:lpstr>Create Launch Template</vt:lpstr>
      <vt:lpstr>Create a Target Group </vt:lpstr>
      <vt:lpstr>Create an Application Load Balancer (ALB)  </vt:lpstr>
      <vt:lpstr>Create an Auto Scaling Group (ASG) </vt:lpstr>
      <vt:lpstr>Verify Auto Scaling and Load Balancer Integration </vt:lpstr>
      <vt:lpstr>Validate Zero Downtime 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puraniktrupti8@gmail.com</dc:creator>
  <cp:lastModifiedBy>puraniktrupti8@gmail.com</cp:lastModifiedBy>
  <cp:revision>19</cp:revision>
  <dcterms:created xsi:type="dcterms:W3CDTF">2025-10-31T05:27:09Z</dcterms:created>
  <dcterms:modified xsi:type="dcterms:W3CDTF">2025-11-01T07:21:05Z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